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628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1.png"/><Relationship Id="rId7" Type="http://schemas.openxmlformats.org/officeDocument/2006/relationships/image" Target="../media/image7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6.svg"/><Relationship Id="rId4" Type="http://schemas.openxmlformats.org/officeDocument/2006/relationships/image" Target="../media/image12.svg"/><Relationship Id="rId9" Type="http://schemas.openxmlformats.org/officeDocument/2006/relationships/image" Target="../media/image15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4" Type="http://schemas.openxmlformats.org/officeDocument/2006/relationships/image" Target="../media/image28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1.png"/><Relationship Id="rId7" Type="http://schemas.openxmlformats.org/officeDocument/2006/relationships/image" Target="../media/image7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6.svg"/><Relationship Id="rId4" Type="http://schemas.openxmlformats.org/officeDocument/2006/relationships/image" Target="../media/image12.svg"/><Relationship Id="rId9" Type="http://schemas.openxmlformats.org/officeDocument/2006/relationships/image" Target="../media/image15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4" Type="http://schemas.openxmlformats.org/officeDocument/2006/relationships/image" Target="../media/image2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BCA7DC5-832D-4030-9CD7-7C453C4BEFD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1674068-5097-4E75-8194-FDD1BD38E66D}">
      <dgm:prSet/>
      <dgm:spPr/>
      <dgm:t>
        <a:bodyPr/>
        <a:lstStyle/>
        <a:p>
          <a:r>
            <a:rPr lang="en-US"/>
            <a:t>- Introduzir conceitos centrais do desenvolvimento humano.</a:t>
          </a:r>
        </a:p>
      </dgm:t>
    </dgm:pt>
    <dgm:pt modelId="{487709CB-273D-49F0-A4C4-9A2AB009FEAD}" type="parTrans" cxnId="{F82DC4CF-F71D-4DDB-B19C-8B36F40F4A91}">
      <dgm:prSet/>
      <dgm:spPr/>
      <dgm:t>
        <a:bodyPr/>
        <a:lstStyle/>
        <a:p>
          <a:endParaRPr lang="en-US"/>
        </a:p>
      </dgm:t>
    </dgm:pt>
    <dgm:pt modelId="{225F2A76-F905-4C92-BF34-39AACF888BD9}" type="sibTrans" cxnId="{F82DC4CF-F71D-4DDB-B19C-8B36F40F4A91}">
      <dgm:prSet/>
      <dgm:spPr/>
      <dgm:t>
        <a:bodyPr/>
        <a:lstStyle/>
        <a:p>
          <a:endParaRPr lang="en-US"/>
        </a:p>
      </dgm:t>
    </dgm:pt>
    <dgm:pt modelId="{E7146AD6-33DC-48D9-B5CA-ACE8B2BD118B}">
      <dgm:prSet/>
      <dgm:spPr/>
      <dgm:t>
        <a:bodyPr/>
        <a:lstStyle/>
        <a:p>
          <a:r>
            <a:rPr lang="en-US"/>
            <a:t>- Comparar Piaget, Vygotsky, Erikson, Bowlby.</a:t>
          </a:r>
        </a:p>
      </dgm:t>
    </dgm:pt>
    <dgm:pt modelId="{CCF0D55A-58D5-4B80-91FF-84B1F69CCB82}" type="parTrans" cxnId="{9109DCBB-FACD-4C1E-986C-4AAC82A8DD7A}">
      <dgm:prSet/>
      <dgm:spPr/>
      <dgm:t>
        <a:bodyPr/>
        <a:lstStyle/>
        <a:p>
          <a:endParaRPr lang="en-US"/>
        </a:p>
      </dgm:t>
    </dgm:pt>
    <dgm:pt modelId="{49398B32-EE21-448C-91E3-2C1B4C597949}" type="sibTrans" cxnId="{9109DCBB-FACD-4C1E-986C-4AAC82A8DD7A}">
      <dgm:prSet/>
      <dgm:spPr/>
      <dgm:t>
        <a:bodyPr/>
        <a:lstStyle/>
        <a:p>
          <a:endParaRPr lang="en-US"/>
        </a:p>
      </dgm:t>
    </dgm:pt>
    <dgm:pt modelId="{9CB0A8FD-D4FB-40C5-AAA1-228215564143}">
      <dgm:prSet/>
      <dgm:spPr/>
      <dgm:t>
        <a:bodyPr/>
        <a:lstStyle/>
        <a:p>
          <a:r>
            <a:rPr lang="en-US"/>
            <a:t>- Refletir sobre ética e cultura nas intervenções.</a:t>
          </a:r>
        </a:p>
      </dgm:t>
    </dgm:pt>
    <dgm:pt modelId="{97934844-A3B4-4674-B157-C99EDDE2D6E2}" type="parTrans" cxnId="{E17D29F5-CE9D-4D75-A818-807E93D44B19}">
      <dgm:prSet/>
      <dgm:spPr/>
      <dgm:t>
        <a:bodyPr/>
        <a:lstStyle/>
        <a:p>
          <a:endParaRPr lang="en-US"/>
        </a:p>
      </dgm:t>
    </dgm:pt>
    <dgm:pt modelId="{4CE9EF94-69D9-4F68-AD14-82E729A7E9D9}" type="sibTrans" cxnId="{E17D29F5-CE9D-4D75-A818-807E93D44B19}">
      <dgm:prSet/>
      <dgm:spPr/>
      <dgm:t>
        <a:bodyPr/>
        <a:lstStyle/>
        <a:p>
          <a:endParaRPr lang="en-US"/>
        </a:p>
      </dgm:t>
    </dgm:pt>
    <dgm:pt modelId="{B0BA5064-CBE0-4EB6-AA20-93EE426D33DC}">
      <dgm:prSet/>
      <dgm:spPr/>
      <dgm:t>
        <a:bodyPr/>
        <a:lstStyle/>
        <a:p>
          <a:r>
            <a:rPr lang="en-US"/>
            <a:t>- Estimular participação e colaboração.</a:t>
          </a:r>
        </a:p>
      </dgm:t>
    </dgm:pt>
    <dgm:pt modelId="{F554BD6D-ECAB-45B3-B31C-316593C1A268}" type="parTrans" cxnId="{118449E9-D519-4320-BCE1-785F56642F79}">
      <dgm:prSet/>
      <dgm:spPr/>
      <dgm:t>
        <a:bodyPr/>
        <a:lstStyle/>
        <a:p>
          <a:endParaRPr lang="en-US"/>
        </a:p>
      </dgm:t>
    </dgm:pt>
    <dgm:pt modelId="{CB246A95-D91D-493D-9FBA-130798C564C8}" type="sibTrans" cxnId="{118449E9-D519-4320-BCE1-785F56642F79}">
      <dgm:prSet/>
      <dgm:spPr/>
      <dgm:t>
        <a:bodyPr/>
        <a:lstStyle/>
        <a:p>
          <a:endParaRPr lang="en-US"/>
        </a:p>
      </dgm:t>
    </dgm:pt>
    <dgm:pt modelId="{558D0EB0-0E5A-4450-9271-68DABCD0CA6C}" type="pres">
      <dgm:prSet presAssocID="{6BCA7DC5-832D-4030-9CD7-7C453C4BEFDE}" presName="root" presStyleCnt="0">
        <dgm:presLayoutVars>
          <dgm:dir/>
          <dgm:resizeHandles val="exact"/>
        </dgm:presLayoutVars>
      </dgm:prSet>
      <dgm:spPr/>
    </dgm:pt>
    <dgm:pt modelId="{8BA60DB5-FC64-4541-AE07-85A6349FB66A}" type="pres">
      <dgm:prSet presAssocID="{11674068-5097-4E75-8194-FDD1BD38E66D}" presName="compNode" presStyleCnt="0"/>
      <dgm:spPr/>
    </dgm:pt>
    <dgm:pt modelId="{251B5CE4-C1BC-464D-8577-E4F378901201}" type="pres">
      <dgm:prSet presAssocID="{11674068-5097-4E75-8194-FDD1BD38E66D}" presName="bgRect" presStyleLbl="bgShp" presStyleIdx="0" presStyleCnt="4"/>
      <dgm:spPr/>
    </dgm:pt>
    <dgm:pt modelId="{EA7776A1-E2BC-4F9A-9734-C0A2F01DBF54}" type="pres">
      <dgm:prSet presAssocID="{11674068-5097-4E75-8194-FDD1BD38E66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 Bulb and Gear"/>
        </a:ext>
      </dgm:extLst>
    </dgm:pt>
    <dgm:pt modelId="{18C02B48-E3D6-40D2-8522-05AA7BD96691}" type="pres">
      <dgm:prSet presAssocID="{11674068-5097-4E75-8194-FDD1BD38E66D}" presName="spaceRect" presStyleCnt="0"/>
      <dgm:spPr/>
    </dgm:pt>
    <dgm:pt modelId="{2FE9278E-E6B4-4A4F-BB19-67F0240F7023}" type="pres">
      <dgm:prSet presAssocID="{11674068-5097-4E75-8194-FDD1BD38E66D}" presName="parTx" presStyleLbl="revTx" presStyleIdx="0" presStyleCnt="4">
        <dgm:presLayoutVars>
          <dgm:chMax val="0"/>
          <dgm:chPref val="0"/>
        </dgm:presLayoutVars>
      </dgm:prSet>
      <dgm:spPr/>
    </dgm:pt>
    <dgm:pt modelId="{7F3F53CF-6705-4BB1-86E1-5C26682676F8}" type="pres">
      <dgm:prSet presAssocID="{225F2A76-F905-4C92-BF34-39AACF888BD9}" presName="sibTrans" presStyleCnt="0"/>
      <dgm:spPr/>
    </dgm:pt>
    <dgm:pt modelId="{FE058E50-025C-4C0E-B11A-BE9D3C473038}" type="pres">
      <dgm:prSet presAssocID="{E7146AD6-33DC-48D9-B5CA-ACE8B2BD118B}" presName="compNode" presStyleCnt="0"/>
      <dgm:spPr/>
    </dgm:pt>
    <dgm:pt modelId="{C3D44CE5-F257-410A-8AD0-956A4AA1D0A1}" type="pres">
      <dgm:prSet presAssocID="{E7146AD6-33DC-48D9-B5CA-ACE8B2BD118B}" presName="bgRect" presStyleLbl="bgShp" presStyleIdx="1" presStyleCnt="4"/>
      <dgm:spPr/>
    </dgm:pt>
    <dgm:pt modelId="{6D89AF23-E6F4-4187-B103-CF1CB302CE68}" type="pres">
      <dgm:prSet presAssocID="{E7146AD6-33DC-48D9-B5CA-ACE8B2BD118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gela"/>
        </a:ext>
      </dgm:extLst>
    </dgm:pt>
    <dgm:pt modelId="{22F2439D-59EB-4160-9505-C17644311C65}" type="pres">
      <dgm:prSet presAssocID="{E7146AD6-33DC-48D9-B5CA-ACE8B2BD118B}" presName="spaceRect" presStyleCnt="0"/>
      <dgm:spPr/>
    </dgm:pt>
    <dgm:pt modelId="{18E2D53C-45BC-4A24-A83D-8ACDBC87CE55}" type="pres">
      <dgm:prSet presAssocID="{E7146AD6-33DC-48D9-B5CA-ACE8B2BD118B}" presName="parTx" presStyleLbl="revTx" presStyleIdx="1" presStyleCnt="4">
        <dgm:presLayoutVars>
          <dgm:chMax val="0"/>
          <dgm:chPref val="0"/>
        </dgm:presLayoutVars>
      </dgm:prSet>
      <dgm:spPr/>
    </dgm:pt>
    <dgm:pt modelId="{1464EFEA-2B0D-46EB-8F33-7ABAD13C9974}" type="pres">
      <dgm:prSet presAssocID="{49398B32-EE21-448C-91E3-2C1B4C597949}" presName="sibTrans" presStyleCnt="0"/>
      <dgm:spPr/>
    </dgm:pt>
    <dgm:pt modelId="{30B872CA-BE64-46AB-ABF9-23642CFB9928}" type="pres">
      <dgm:prSet presAssocID="{9CB0A8FD-D4FB-40C5-AAA1-228215564143}" presName="compNode" presStyleCnt="0"/>
      <dgm:spPr/>
    </dgm:pt>
    <dgm:pt modelId="{38639911-D444-4CAC-AEA1-6CEFEE3F9ABD}" type="pres">
      <dgm:prSet presAssocID="{9CB0A8FD-D4FB-40C5-AAA1-228215564143}" presName="bgRect" presStyleLbl="bgShp" presStyleIdx="2" presStyleCnt="4"/>
      <dgm:spPr/>
    </dgm:pt>
    <dgm:pt modelId="{0AE456DD-E60B-4E68-A4BC-B6D2FFE4EEC1}" type="pres">
      <dgm:prSet presAssocID="{9CB0A8FD-D4FB-40C5-AAA1-22821556414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édico"/>
        </a:ext>
      </dgm:extLst>
    </dgm:pt>
    <dgm:pt modelId="{C5AE5A81-6F49-4ECD-82D4-39CB0DE96239}" type="pres">
      <dgm:prSet presAssocID="{9CB0A8FD-D4FB-40C5-AAA1-228215564143}" presName="spaceRect" presStyleCnt="0"/>
      <dgm:spPr/>
    </dgm:pt>
    <dgm:pt modelId="{E63C95AA-A70D-47CA-B2CD-FF083900B6B2}" type="pres">
      <dgm:prSet presAssocID="{9CB0A8FD-D4FB-40C5-AAA1-228215564143}" presName="parTx" presStyleLbl="revTx" presStyleIdx="2" presStyleCnt="4">
        <dgm:presLayoutVars>
          <dgm:chMax val="0"/>
          <dgm:chPref val="0"/>
        </dgm:presLayoutVars>
      </dgm:prSet>
      <dgm:spPr/>
    </dgm:pt>
    <dgm:pt modelId="{E105DB89-A1CE-4DB9-AE18-986DC4913AE2}" type="pres">
      <dgm:prSet presAssocID="{4CE9EF94-69D9-4F68-AD14-82E729A7E9D9}" presName="sibTrans" presStyleCnt="0"/>
      <dgm:spPr/>
    </dgm:pt>
    <dgm:pt modelId="{2C7B62DE-A8D0-4B7C-A80F-661161B1C8BE}" type="pres">
      <dgm:prSet presAssocID="{B0BA5064-CBE0-4EB6-AA20-93EE426D33DC}" presName="compNode" presStyleCnt="0"/>
      <dgm:spPr/>
    </dgm:pt>
    <dgm:pt modelId="{3F0EA380-6AC0-45E2-918C-2F10DEB28188}" type="pres">
      <dgm:prSet presAssocID="{B0BA5064-CBE0-4EB6-AA20-93EE426D33DC}" presName="bgRect" presStyleLbl="bgShp" presStyleIdx="3" presStyleCnt="4"/>
      <dgm:spPr/>
    </dgm:pt>
    <dgm:pt modelId="{FDA33F49-A876-4D93-8491-53739D9305CF}" type="pres">
      <dgm:prSet presAssocID="{B0BA5064-CBE0-4EB6-AA20-93EE426D33D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uários"/>
        </a:ext>
      </dgm:extLst>
    </dgm:pt>
    <dgm:pt modelId="{1A5FB128-370E-4744-9D0F-50C4219A59A1}" type="pres">
      <dgm:prSet presAssocID="{B0BA5064-CBE0-4EB6-AA20-93EE426D33DC}" presName="spaceRect" presStyleCnt="0"/>
      <dgm:spPr/>
    </dgm:pt>
    <dgm:pt modelId="{523830E9-CE69-4A65-AE0B-93E0E4D4C3FC}" type="pres">
      <dgm:prSet presAssocID="{B0BA5064-CBE0-4EB6-AA20-93EE426D33DC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62821A19-3519-444A-8EF6-E0B9DBBCF5FC}" type="presOf" srcId="{E7146AD6-33DC-48D9-B5CA-ACE8B2BD118B}" destId="{18E2D53C-45BC-4A24-A83D-8ACDBC87CE55}" srcOrd="0" destOrd="0" presId="urn:microsoft.com/office/officeart/2018/2/layout/IconVerticalSolidList"/>
    <dgm:cxn modelId="{39F50984-00F4-463E-B3D0-518A7C161E47}" type="presOf" srcId="{9CB0A8FD-D4FB-40C5-AAA1-228215564143}" destId="{E63C95AA-A70D-47CA-B2CD-FF083900B6B2}" srcOrd="0" destOrd="0" presId="urn:microsoft.com/office/officeart/2018/2/layout/IconVerticalSolidList"/>
    <dgm:cxn modelId="{910D3F94-C194-40EB-BD79-46B423445D4F}" type="presOf" srcId="{B0BA5064-CBE0-4EB6-AA20-93EE426D33DC}" destId="{523830E9-CE69-4A65-AE0B-93E0E4D4C3FC}" srcOrd="0" destOrd="0" presId="urn:microsoft.com/office/officeart/2018/2/layout/IconVerticalSolidList"/>
    <dgm:cxn modelId="{9109DCBB-FACD-4C1E-986C-4AAC82A8DD7A}" srcId="{6BCA7DC5-832D-4030-9CD7-7C453C4BEFDE}" destId="{E7146AD6-33DC-48D9-B5CA-ACE8B2BD118B}" srcOrd="1" destOrd="0" parTransId="{CCF0D55A-58D5-4B80-91FF-84B1F69CCB82}" sibTransId="{49398B32-EE21-448C-91E3-2C1B4C597949}"/>
    <dgm:cxn modelId="{59D0A0CF-9E66-4CE2-884E-6A396222597D}" type="presOf" srcId="{11674068-5097-4E75-8194-FDD1BD38E66D}" destId="{2FE9278E-E6B4-4A4F-BB19-67F0240F7023}" srcOrd="0" destOrd="0" presId="urn:microsoft.com/office/officeart/2018/2/layout/IconVerticalSolidList"/>
    <dgm:cxn modelId="{F82DC4CF-F71D-4DDB-B19C-8B36F40F4A91}" srcId="{6BCA7DC5-832D-4030-9CD7-7C453C4BEFDE}" destId="{11674068-5097-4E75-8194-FDD1BD38E66D}" srcOrd="0" destOrd="0" parTransId="{487709CB-273D-49F0-A4C4-9A2AB009FEAD}" sibTransId="{225F2A76-F905-4C92-BF34-39AACF888BD9}"/>
    <dgm:cxn modelId="{504A04DD-D887-4C39-BE28-913568B66884}" type="presOf" srcId="{6BCA7DC5-832D-4030-9CD7-7C453C4BEFDE}" destId="{558D0EB0-0E5A-4450-9271-68DABCD0CA6C}" srcOrd="0" destOrd="0" presId="urn:microsoft.com/office/officeart/2018/2/layout/IconVerticalSolidList"/>
    <dgm:cxn modelId="{118449E9-D519-4320-BCE1-785F56642F79}" srcId="{6BCA7DC5-832D-4030-9CD7-7C453C4BEFDE}" destId="{B0BA5064-CBE0-4EB6-AA20-93EE426D33DC}" srcOrd="3" destOrd="0" parTransId="{F554BD6D-ECAB-45B3-B31C-316593C1A268}" sibTransId="{CB246A95-D91D-493D-9FBA-130798C564C8}"/>
    <dgm:cxn modelId="{E17D29F5-CE9D-4D75-A818-807E93D44B19}" srcId="{6BCA7DC5-832D-4030-9CD7-7C453C4BEFDE}" destId="{9CB0A8FD-D4FB-40C5-AAA1-228215564143}" srcOrd="2" destOrd="0" parTransId="{97934844-A3B4-4674-B157-C99EDDE2D6E2}" sibTransId="{4CE9EF94-69D9-4F68-AD14-82E729A7E9D9}"/>
    <dgm:cxn modelId="{A105548E-C115-49F9-BAC3-61D13340C3C1}" type="presParOf" srcId="{558D0EB0-0E5A-4450-9271-68DABCD0CA6C}" destId="{8BA60DB5-FC64-4541-AE07-85A6349FB66A}" srcOrd="0" destOrd="0" presId="urn:microsoft.com/office/officeart/2018/2/layout/IconVerticalSolidList"/>
    <dgm:cxn modelId="{4B60877F-0ED8-48FF-931C-5AB2D4DD75C0}" type="presParOf" srcId="{8BA60DB5-FC64-4541-AE07-85A6349FB66A}" destId="{251B5CE4-C1BC-464D-8577-E4F378901201}" srcOrd="0" destOrd="0" presId="urn:microsoft.com/office/officeart/2018/2/layout/IconVerticalSolidList"/>
    <dgm:cxn modelId="{28E8BD19-0BF5-495E-9DE3-5C5262E9DAD2}" type="presParOf" srcId="{8BA60DB5-FC64-4541-AE07-85A6349FB66A}" destId="{EA7776A1-E2BC-4F9A-9734-C0A2F01DBF54}" srcOrd="1" destOrd="0" presId="urn:microsoft.com/office/officeart/2018/2/layout/IconVerticalSolidList"/>
    <dgm:cxn modelId="{21217D67-3DC3-4543-8B9D-185CEC518A69}" type="presParOf" srcId="{8BA60DB5-FC64-4541-AE07-85A6349FB66A}" destId="{18C02B48-E3D6-40D2-8522-05AA7BD96691}" srcOrd="2" destOrd="0" presId="urn:microsoft.com/office/officeart/2018/2/layout/IconVerticalSolidList"/>
    <dgm:cxn modelId="{43A125B9-A783-4A3B-B0E8-B6EA077A2213}" type="presParOf" srcId="{8BA60DB5-FC64-4541-AE07-85A6349FB66A}" destId="{2FE9278E-E6B4-4A4F-BB19-67F0240F7023}" srcOrd="3" destOrd="0" presId="urn:microsoft.com/office/officeart/2018/2/layout/IconVerticalSolidList"/>
    <dgm:cxn modelId="{685D1D46-0241-4F9F-8A69-CEEB6F3DFCE4}" type="presParOf" srcId="{558D0EB0-0E5A-4450-9271-68DABCD0CA6C}" destId="{7F3F53CF-6705-4BB1-86E1-5C26682676F8}" srcOrd="1" destOrd="0" presId="urn:microsoft.com/office/officeart/2018/2/layout/IconVerticalSolidList"/>
    <dgm:cxn modelId="{4604088B-2AE7-4977-B77A-183EF6E44CD3}" type="presParOf" srcId="{558D0EB0-0E5A-4450-9271-68DABCD0CA6C}" destId="{FE058E50-025C-4C0E-B11A-BE9D3C473038}" srcOrd="2" destOrd="0" presId="urn:microsoft.com/office/officeart/2018/2/layout/IconVerticalSolidList"/>
    <dgm:cxn modelId="{0616F600-DFB1-4442-9C53-74CE0F11DAFC}" type="presParOf" srcId="{FE058E50-025C-4C0E-B11A-BE9D3C473038}" destId="{C3D44CE5-F257-410A-8AD0-956A4AA1D0A1}" srcOrd="0" destOrd="0" presId="urn:microsoft.com/office/officeart/2018/2/layout/IconVerticalSolidList"/>
    <dgm:cxn modelId="{71E2BCF9-0144-4100-8F1D-C76BAB325569}" type="presParOf" srcId="{FE058E50-025C-4C0E-B11A-BE9D3C473038}" destId="{6D89AF23-E6F4-4187-B103-CF1CB302CE68}" srcOrd="1" destOrd="0" presId="urn:microsoft.com/office/officeart/2018/2/layout/IconVerticalSolidList"/>
    <dgm:cxn modelId="{3DEA71D5-2F2E-482D-AB51-4510A366096B}" type="presParOf" srcId="{FE058E50-025C-4C0E-B11A-BE9D3C473038}" destId="{22F2439D-59EB-4160-9505-C17644311C65}" srcOrd="2" destOrd="0" presId="urn:microsoft.com/office/officeart/2018/2/layout/IconVerticalSolidList"/>
    <dgm:cxn modelId="{F3C823D5-943F-4F80-82A8-EE8D11495107}" type="presParOf" srcId="{FE058E50-025C-4C0E-B11A-BE9D3C473038}" destId="{18E2D53C-45BC-4A24-A83D-8ACDBC87CE55}" srcOrd="3" destOrd="0" presId="urn:microsoft.com/office/officeart/2018/2/layout/IconVerticalSolidList"/>
    <dgm:cxn modelId="{0502C51E-858E-45E8-B3ED-00128BB07C9A}" type="presParOf" srcId="{558D0EB0-0E5A-4450-9271-68DABCD0CA6C}" destId="{1464EFEA-2B0D-46EB-8F33-7ABAD13C9974}" srcOrd="3" destOrd="0" presId="urn:microsoft.com/office/officeart/2018/2/layout/IconVerticalSolidList"/>
    <dgm:cxn modelId="{B885011B-85E4-4117-B097-1CBF5451B287}" type="presParOf" srcId="{558D0EB0-0E5A-4450-9271-68DABCD0CA6C}" destId="{30B872CA-BE64-46AB-ABF9-23642CFB9928}" srcOrd="4" destOrd="0" presId="urn:microsoft.com/office/officeart/2018/2/layout/IconVerticalSolidList"/>
    <dgm:cxn modelId="{D2F2615E-1098-4A71-93AE-3B27913C68E1}" type="presParOf" srcId="{30B872CA-BE64-46AB-ABF9-23642CFB9928}" destId="{38639911-D444-4CAC-AEA1-6CEFEE3F9ABD}" srcOrd="0" destOrd="0" presId="urn:microsoft.com/office/officeart/2018/2/layout/IconVerticalSolidList"/>
    <dgm:cxn modelId="{A88B3E28-D07F-4869-9D08-FBA615328E75}" type="presParOf" srcId="{30B872CA-BE64-46AB-ABF9-23642CFB9928}" destId="{0AE456DD-E60B-4E68-A4BC-B6D2FFE4EEC1}" srcOrd="1" destOrd="0" presId="urn:microsoft.com/office/officeart/2018/2/layout/IconVerticalSolidList"/>
    <dgm:cxn modelId="{DA40EA02-5390-462A-A445-647B0C1AC436}" type="presParOf" srcId="{30B872CA-BE64-46AB-ABF9-23642CFB9928}" destId="{C5AE5A81-6F49-4ECD-82D4-39CB0DE96239}" srcOrd="2" destOrd="0" presId="urn:microsoft.com/office/officeart/2018/2/layout/IconVerticalSolidList"/>
    <dgm:cxn modelId="{B69C6314-5FB3-4298-805A-DF1C79E0936E}" type="presParOf" srcId="{30B872CA-BE64-46AB-ABF9-23642CFB9928}" destId="{E63C95AA-A70D-47CA-B2CD-FF083900B6B2}" srcOrd="3" destOrd="0" presId="urn:microsoft.com/office/officeart/2018/2/layout/IconVerticalSolidList"/>
    <dgm:cxn modelId="{B0ECC728-31FB-4044-923E-C327140C14FF}" type="presParOf" srcId="{558D0EB0-0E5A-4450-9271-68DABCD0CA6C}" destId="{E105DB89-A1CE-4DB9-AE18-986DC4913AE2}" srcOrd="5" destOrd="0" presId="urn:microsoft.com/office/officeart/2018/2/layout/IconVerticalSolidList"/>
    <dgm:cxn modelId="{D86B126D-E16F-4C1C-BF36-75A7CEE2E252}" type="presParOf" srcId="{558D0EB0-0E5A-4450-9271-68DABCD0CA6C}" destId="{2C7B62DE-A8D0-4B7C-A80F-661161B1C8BE}" srcOrd="6" destOrd="0" presId="urn:microsoft.com/office/officeart/2018/2/layout/IconVerticalSolidList"/>
    <dgm:cxn modelId="{C4B1970B-B3F8-4BA5-A992-A65E919A0E23}" type="presParOf" srcId="{2C7B62DE-A8D0-4B7C-A80F-661161B1C8BE}" destId="{3F0EA380-6AC0-45E2-918C-2F10DEB28188}" srcOrd="0" destOrd="0" presId="urn:microsoft.com/office/officeart/2018/2/layout/IconVerticalSolidList"/>
    <dgm:cxn modelId="{0C45231A-898C-449A-90D6-3A4F5EE8D89E}" type="presParOf" srcId="{2C7B62DE-A8D0-4B7C-A80F-661161B1C8BE}" destId="{FDA33F49-A876-4D93-8491-53739D9305CF}" srcOrd="1" destOrd="0" presId="urn:microsoft.com/office/officeart/2018/2/layout/IconVerticalSolidList"/>
    <dgm:cxn modelId="{6F2731AE-CBF1-4865-B5C9-25402BE1476E}" type="presParOf" srcId="{2C7B62DE-A8D0-4B7C-A80F-661161B1C8BE}" destId="{1A5FB128-370E-4744-9D0F-50C4219A59A1}" srcOrd="2" destOrd="0" presId="urn:microsoft.com/office/officeart/2018/2/layout/IconVerticalSolidList"/>
    <dgm:cxn modelId="{9FD3C269-EE2B-4E6F-AE22-A3AB5C5F03F9}" type="presParOf" srcId="{2C7B62DE-A8D0-4B7C-A80F-661161B1C8BE}" destId="{523830E9-CE69-4A65-AE0B-93E0E4D4C3F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8B38808-9A48-402D-A312-1F6C4C50C36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01A4147-1F01-47AD-996E-6A0D9EE02A76}">
      <dgm:prSet/>
      <dgm:spPr/>
      <dgm:t>
        <a:bodyPr/>
        <a:lstStyle/>
        <a:p>
          <a:r>
            <a:rPr lang="en-US"/>
            <a:t>- Identificar conceitos-chave.</a:t>
          </a:r>
        </a:p>
      </dgm:t>
    </dgm:pt>
    <dgm:pt modelId="{5C4E23FC-20C7-4E8D-A80F-ABF1255D5892}" type="parTrans" cxnId="{2F5C8CC5-4EA7-4E2C-87AD-F59ECF971E38}">
      <dgm:prSet/>
      <dgm:spPr/>
      <dgm:t>
        <a:bodyPr/>
        <a:lstStyle/>
        <a:p>
          <a:endParaRPr lang="en-US"/>
        </a:p>
      </dgm:t>
    </dgm:pt>
    <dgm:pt modelId="{9F1BCD86-011B-4C19-890D-A2C3CA563299}" type="sibTrans" cxnId="{2F5C8CC5-4EA7-4E2C-87AD-F59ECF971E38}">
      <dgm:prSet/>
      <dgm:spPr/>
      <dgm:t>
        <a:bodyPr/>
        <a:lstStyle/>
        <a:p>
          <a:endParaRPr lang="en-US"/>
        </a:p>
      </dgm:t>
    </dgm:pt>
    <dgm:pt modelId="{9AA5E2A2-5FCB-4035-8AF8-BD76A358ED41}">
      <dgm:prSet/>
      <dgm:spPr/>
      <dgm:t>
        <a:bodyPr/>
        <a:lstStyle/>
        <a:p>
          <a:r>
            <a:rPr lang="en-US"/>
            <a:t>- Analisar vantagens e limitações teóricas.</a:t>
          </a:r>
        </a:p>
      </dgm:t>
    </dgm:pt>
    <dgm:pt modelId="{05F124B5-187F-4210-B419-DE526B64646E}" type="parTrans" cxnId="{6C0312CF-B241-43E6-A9B2-D7B6E015D2D4}">
      <dgm:prSet/>
      <dgm:spPr/>
      <dgm:t>
        <a:bodyPr/>
        <a:lstStyle/>
        <a:p>
          <a:endParaRPr lang="en-US"/>
        </a:p>
      </dgm:t>
    </dgm:pt>
    <dgm:pt modelId="{A849C458-F275-463A-AE1C-829107923C42}" type="sibTrans" cxnId="{6C0312CF-B241-43E6-A9B2-D7B6E015D2D4}">
      <dgm:prSet/>
      <dgm:spPr/>
      <dgm:t>
        <a:bodyPr/>
        <a:lstStyle/>
        <a:p>
          <a:endParaRPr lang="en-US"/>
        </a:p>
      </dgm:t>
    </dgm:pt>
    <dgm:pt modelId="{7BC7E3B3-4AC3-47E5-A3C9-87FFD5EAA6AE}">
      <dgm:prSet/>
      <dgm:spPr/>
      <dgm:t>
        <a:bodyPr/>
        <a:lstStyle/>
        <a:p>
          <a:r>
            <a:rPr lang="en-US"/>
            <a:t>- Expor argumentos.</a:t>
          </a:r>
        </a:p>
      </dgm:t>
    </dgm:pt>
    <dgm:pt modelId="{C998D8A0-B84E-4F5F-833A-0E3F540BBF28}" type="parTrans" cxnId="{CCDDE18E-D30E-44C4-878B-29DFD39DDFD2}">
      <dgm:prSet/>
      <dgm:spPr/>
      <dgm:t>
        <a:bodyPr/>
        <a:lstStyle/>
        <a:p>
          <a:endParaRPr lang="en-US"/>
        </a:p>
      </dgm:t>
    </dgm:pt>
    <dgm:pt modelId="{129CF824-64C5-4629-8B19-4D89C061F6B4}" type="sibTrans" cxnId="{CCDDE18E-D30E-44C4-878B-29DFD39DDFD2}">
      <dgm:prSet/>
      <dgm:spPr/>
      <dgm:t>
        <a:bodyPr/>
        <a:lstStyle/>
        <a:p>
          <a:endParaRPr lang="en-US"/>
        </a:p>
      </dgm:t>
    </dgm:pt>
    <dgm:pt modelId="{629BB45B-2DC1-4666-A43D-E5D52472ED3A}">
      <dgm:prSet/>
      <dgm:spPr/>
      <dgm:t>
        <a:bodyPr/>
        <a:lstStyle/>
        <a:p>
          <a:r>
            <a:rPr lang="en-US"/>
            <a:t>- Colaborar em estudo de caso.</a:t>
          </a:r>
        </a:p>
      </dgm:t>
    </dgm:pt>
    <dgm:pt modelId="{EC13FDF1-E0B8-427F-81E8-5DB85AF146B8}" type="parTrans" cxnId="{493D0B59-BFD5-4C2A-A1B4-2FF69CE3AAD6}">
      <dgm:prSet/>
      <dgm:spPr/>
      <dgm:t>
        <a:bodyPr/>
        <a:lstStyle/>
        <a:p>
          <a:endParaRPr lang="en-US"/>
        </a:p>
      </dgm:t>
    </dgm:pt>
    <dgm:pt modelId="{E264CE32-B9CC-4F80-B812-7D01ED847F55}" type="sibTrans" cxnId="{493D0B59-BFD5-4C2A-A1B4-2FF69CE3AAD6}">
      <dgm:prSet/>
      <dgm:spPr/>
      <dgm:t>
        <a:bodyPr/>
        <a:lstStyle/>
        <a:p>
          <a:endParaRPr lang="en-US"/>
        </a:p>
      </dgm:t>
    </dgm:pt>
    <dgm:pt modelId="{B4F108F4-EFF0-41F1-AFE7-A9094294337A}">
      <dgm:prSet/>
      <dgm:spPr/>
      <dgm:t>
        <a:bodyPr/>
        <a:lstStyle/>
        <a:p>
          <a:r>
            <a:rPr lang="en-US"/>
            <a:t>- Propor intervenções adequadas.</a:t>
          </a:r>
        </a:p>
      </dgm:t>
    </dgm:pt>
    <dgm:pt modelId="{35747B12-4F1A-4D55-839F-43A95E877D62}" type="parTrans" cxnId="{4C2F99A0-91A5-4A44-B34F-DE730F64ED4D}">
      <dgm:prSet/>
      <dgm:spPr/>
      <dgm:t>
        <a:bodyPr/>
        <a:lstStyle/>
        <a:p>
          <a:endParaRPr lang="en-US"/>
        </a:p>
      </dgm:t>
    </dgm:pt>
    <dgm:pt modelId="{6DF5C5AE-206F-4646-8A32-EC6BB2CA37E7}" type="sibTrans" cxnId="{4C2F99A0-91A5-4A44-B34F-DE730F64ED4D}">
      <dgm:prSet/>
      <dgm:spPr/>
      <dgm:t>
        <a:bodyPr/>
        <a:lstStyle/>
        <a:p>
          <a:endParaRPr lang="en-US"/>
        </a:p>
      </dgm:t>
    </dgm:pt>
    <dgm:pt modelId="{C206245A-3392-44FC-BE32-7C5E39481386}" type="pres">
      <dgm:prSet presAssocID="{B8B38808-9A48-402D-A312-1F6C4C50C36A}" presName="root" presStyleCnt="0">
        <dgm:presLayoutVars>
          <dgm:dir/>
          <dgm:resizeHandles val="exact"/>
        </dgm:presLayoutVars>
      </dgm:prSet>
      <dgm:spPr/>
    </dgm:pt>
    <dgm:pt modelId="{54FB25D4-88A9-4631-A143-53565149465E}" type="pres">
      <dgm:prSet presAssocID="{701A4147-1F01-47AD-996E-6A0D9EE02A76}" presName="compNode" presStyleCnt="0"/>
      <dgm:spPr/>
    </dgm:pt>
    <dgm:pt modelId="{DE233ACD-AD0E-4650-A677-290AC0441FD6}" type="pres">
      <dgm:prSet presAssocID="{701A4147-1F01-47AD-996E-6A0D9EE02A76}" presName="bgRect" presStyleLbl="bgShp" presStyleIdx="0" presStyleCnt="5"/>
      <dgm:spPr/>
    </dgm:pt>
    <dgm:pt modelId="{E6190AD6-BE7D-4DBA-A48D-05D02D79993F}" type="pres">
      <dgm:prSet presAssocID="{701A4147-1F01-47AD-996E-6A0D9EE02A76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ve"/>
        </a:ext>
      </dgm:extLst>
    </dgm:pt>
    <dgm:pt modelId="{FC1BB309-305F-434A-800E-70281F29A9E2}" type="pres">
      <dgm:prSet presAssocID="{701A4147-1F01-47AD-996E-6A0D9EE02A76}" presName="spaceRect" presStyleCnt="0"/>
      <dgm:spPr/>
    </dgm:pt>
    <dgm:pt modelId="{D3EF062C-DDE9-4AB1-BDFB-0E4D81FA0718}" type="pres">
      <dgm:prSet presAssocID="{701A4147-1F01-47AD-996E-6A0D9EE02A76}" presName="parTx" presStyleLbl="revTx" presStyleIdx="0" presStyleCnt="5">
        <dgm:presLayoutVars>
          <dgm:chMax val="0"/>
          <dgm:chPref val="0"/>
        </dgm:presLayoutVars>
      </dgm:prSet>
      <dgm:spPr/>
    </dgm:pt>
    <dgm:pt modelId="{BE07E784-44DE-4E0A-BE9A-DF4E3CB54FF6}" type="pres">
      <dgm:prSet presAssocID="{9F1BCD86-011B-4C19-890D-A2C3CA563299}" presName="sibTrans" presStyleCnt="0"/>
      <dgm:spPr/>
    </dgm:pt>
    <dgm:pt modelId="{9B12F6DC-D940-482E-816C-E6AF6C0B42F2}" type="pres">
      <dgm:prSet presAssocID="{9AA5E2A2-5FCB-4035-8AF8-BD76A358ED41}" presName="compNode" presStyleCnt="0"/>
      <dgm:spPr/>
    </dgm:pt>
    <dgm:pt modelId="{5F11E961-1E4D-4B10-969C-F8B26881D7E6}" type="pres">
      <dgm:prSet presAssocID="{9AA5E2A2-5FCB-4035-8AF8-BD76A358ED41}" presName="bgRect" presStyleLbl="bgShp" presStyleIdx="1" presStyleCnt="5"/>
      <dgm:spPr/>
    </dgm:pt>
    <dgm:pt modelId="{F8BD8635-6AA4-4A80-91ED-5C788DACA857}" type="pres">
      <dgm:prSet presAssocID="{9AA5E2A2-5FCB-4035-8AF8-BD76A358ED41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vros"/>
        </a:ext>
      </dgm:extLst>
    </dgm:pt>
    <dgm:pt modelId="{83065F60-409C-43E9-B044-DD917DCBEC9E}" type="pres">
      <dgm:prSet presAssocID="{9AA5E2A2-5FCB-4035-8AF8-BD76A358ED41}" presName="spaceRect" presStyleCnt="0"/>
      <dgm:spPr/>
    </dgm:pt>
    <dgm:pt modelId="{DC9F31FB-FB94-41E0-9303-C3C9BB5D3953}" type="pres">
      <dgm:prSet presAssocID="{9AA5E2A2-5FCB-4035-8AF8-BD76A358ED41}" presName="parTx" presStyleLbl="revTx" presStyleIdx="1" presStyleCnt="5">
        <dgm:presLayoutVars>
          <dgm:chMax val="0"/>
          <dgm:chPref val="0"/>
        </dgm:presLayoutVars>
      </dgm:prSet>
      <dgm:spPr/>
    </dgm:pt>
    <dgm:pt modelId="{C81DCC52-0379-46DD-9F56-9ED0D7F37AA6}" type="pres">
      <dgm:prSet presAssocID="{A849C458-F275-463A-AE1C-829107923C42}" presName="sibTrans" presStyleCnt="0"/>
      <dgm:spPr/>
    </dgm:pt>
    <dgm:pt modelId="{3A10D1A5-47BA-431C-8B01-504D8789C320}" type="pres">
      <dgm:prSet presAssocID="{7BC7E3B3-4AC3-47E5-A3C9-87FFD5EAA6AE}" presName="compNode" presStyleCnt="0"/>
      <dgm:spPr/>
    </dgm:pt>
    <dgm:pt modelId="{43220F10-84A0-40EB-9ECB-FCEF6FE7E31A}" type="pres">
      <dgm:prSet presAssocID="{7BC7E3B3-4AC3-47E5-A3C9-87FFD5EAA6AE}" presName="bgRect" presStyleLbl="bgShp" presStyleIdx="2" presStyleCnt="5"/>
      <dgm:spPr/>
    </dgm:pt>
    <dgm:pt modelId="{740E6067-32C2-4E5A-A71B-C3A0D46584FD}" type="pres">
      <dgm:prSet presAssocID="{7BC7E3B3-4AC3-47E5-A3C9-87FFD5EAA6AE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o Smoking"/>
        </a:ext>
      </dgm:extLst>
    </dgm:pt>
    <dgm:pt modelId="{19D320E1-E98B-49FE-A51C-D03C21234937}" type="pres">
      <dgm:prSet presAssocID="{7BC7E3B3-4AC3-47E5-A3C9-87FFD5EAA6AE}" presName="spaceRect" presStyleCnt="0"/>
      <dgm:spPr/>
    </dgm:pt>
    <dgm:pt modelId="{0F652144-59BB-4D34-9564-71EEB9A2ECF7}" type="pres">
      <dgm:prSet presAssocID="{7BC7E3B3-4AC3-47E5-A3C9-87FFD5EAA6AE}" presName="parTx" presStyleLbl="revTx" presStyleIdx="2" presStyleCnt="5">
        <dgm:presLayoutVars>
          <dgm:chMax val="0"/>
          <dgm:chPref val="0"/>
        </dgm:presLayoutVars>
      </dgm:prSet>
      <dgm:spPr/>
    </dgm:pt>
    <dgm:pt modelId="{FB9D40AC-C15E-4E29-87FC-DC668D2656AE}" type="pres">
      <dgm:prSet presAssocID="{129CF824-64C5-4629-8B19-4D89C061F6B4}" presName="sibTrans" presStyleCnt="0"/>
      <dgm:spPr/>
    </dgm:pt>
    <dgm:pt modelId="{D5B1398F-1674-4B9F-8469-02E7FB5CF020}" type="pres">
      <dgm:prSet presAssocID="{629BB45B-2DC1-4666-A43D-E5D52472ED3A}" presName="compNode" presStyleCnt="0"/>
      <dgm:spPr/>
    </dgm:pt>
    <dgm:pt modelId="{49DBFC27-C087-4200-A6AF-2B183BB74EEC}" type="pres">
      <dgm:prSet presAssocID="{629BB45B-2DC1-4666-A43D-E5D52472ED3A}" presName="bgRect" presStyleLbl="bgShp" presStyleIdx="3" presStyleCnt="5"/>
      <dgm:spPr/>
    </dgm:pt>
    <dgm:pt modelId="{156F4530-23A6-48DF-94D0-DD524F3B74D6}" type="pres">
      <dgm:prSet presAssocID="{629BB45B-2DC1-4666-A43D-E5D52472ED3A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uários"/>
        </a:ext>
      </dgm:extLst>
    </dgm:pt>
    <dgm:pt modelId="{C4728A77-301D-4B51-BFFE-9CC68E3264BF}" type="pres">
      <dgm:prSet presAssocID="{629BB45B-2DC1-4666-A43D-E5D52472ED3A}" presName="spaceRect" presStyleCnt="0"/>
      <dgm:spPr/>
    </dgm:pt>
    <dgm:pt modelId="{75E6A61B-98CD-4215-B50C-EF46803580E3}" type="pres">
      <dgm:prSet presAssocID="{629BB45B-2DC1-4666-A43D-E5D52472ED3A}" presName="parTx" presStyleLbl="revTx" presStyleIdx="3" presStyleCnt="5">
        <dgm:presLayoutVars>
          <dgm:chMax val="0"/>
          <dgm:chPref val="0"/>
        </dgm:presLayoutVars>
      </dgm:prSet>
      <dgm:spPr/>
    </dgm:pt>
    <dgm:pt modelId="{4142197B-BDB9-43F7-9257-550620CC3B75}" type="pres">
      <dgm:prSet presAssocID="{E264CE32-B9CC-4F80-B812-7D01ED847F55}" presName="sibTrans" presStyleCnt="0"/>
      <dgm:spPr/>
    </dgm:pt>
    <dgm:pt modelId="{735CA32B-D9CE-4B0D-AE94-B1C1A8CB203E}" type="pres">
      <dgm:prSet presAssocID="{B4F108F4-EFF0-41F1-AFE7-A9094294337A}" presName="compNode" presStyleCnt="0"/>
      <dgm:spPr/>
    </dgm:pt>
    <dgm:pt modelId="{69422A3E-F663-4D13-A306-7AE4F9FADD3E}" type="pres">
      <dgm:prSet presAssocID="{B4F108F4-EFF0-41F1-AFE7-A9094294337A}" presName="bgRect" presStyleLbl="bgShp" presStyleIdx="4" presStyleCnt="5"/>
      <dgm:spPr/>
    </dgm:pt>
    <dgm:pt modelId="{D9F04CD2-8655-4311-8BD7-66E362F986E1}" type="pres">
      <dgm:prSet presAssocID="{B4F108F4-EFF0-41F1-AFE7-A9094294337A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6052D215-1678-4651-8010-FD1CB9AB63C3}" type="pres">
      <dgm:prSet presAssocID="{B4F108F4-EFF0-41F1-AFE7-A9094294337A}" presName="spaceRect" presStyleCnt="0"/>
      <dgm:spPr/>
    </dgm:pt>
    <dgm:pt modelId="{4B33EFB6-6B89-4D0D-B92D-15E48E2A3CEA}" type="pres">
      <dgm:prSet presAssocID="{B4F108F4-EFF0-41F1-AFE7-A9094294337A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25327E62-18FB-44AD-B5F0-AF66E593B30E}" type="presOf" srcId="{629BB45B-2DC1-4666-A43D-E5D52472ED3A}" destId="{75E6A61B-98CD-4215-B50C-EF46803580E3}" srcOrd="0" destOrd="0" presId="urn:microsoft.com/office/officeart/2018/2/layout/IconVerticalSolidList"/>
    <dgm:cxn modelId="{5AADD44C-DCCD-4C99-8C18-90B054E8B70A}" type="presOf" srcId="{9AA5E2A2-5FCB-4035-8AF8-BD76A358ED41}" destId="{DC9F31FB-FB94-41E0-9303-C3C9BB5D3953}" srcOrd="0" destOrd="0" presId="urn:microsoft.com/office/officeart/2018/2/layout/IconVerticalSolidList"/>
    <dgm:cxn modelId="{C53BBB58-BDEB-4FC3-AB2B-C3C885534D28}" type="presOf" srcId="{701A4147-1F01-47AD-996E-6A0D9EE02A76}" destId="{D3EF062C-DDE9-4AB1-BDFB-0E4D81FA0718}" srcOrd="0" destOrd="0" presId="urn:microsoft.com/office/officeart/2018/2/layout/IconVerticalSolidList"/>
    <dgm:cxn modelId="{493D0B59-BFD5-4C2A-A1B4-2FF69CE3AAD6}" srcId="{B8B38808-9A48-402D-A312-1F6C4C50C36A}" destId="{629BB45B-2DC1-4666-A43D-E5D52472ED3A}" srcOrd="3" destOrd="0" parTransId="{EC13FDF1-E0B8-427F-81E8-5DB85AF146B8}" sibTransId="{E264CE32-B9CC-4F80-B812-7D01ED847F55}"/>
    <dgm:cxn modelId="{CCDDE18E-D30E-44C4-878B-29DFD39DDFD2}" srcId="{B8B38808-9A48-402D-A312-1F6C4C50C36A}" destId="{7BC7E3B3-4AC3-47E5-A3C9-87FFD5EAA6AE}" srcOrd="2" destOrd="0" parTransId="{C998D8A0-B84E-4F5F-833A-0E3F540BBF28}" sibTransId="{129CF824-64C5-4629-8B19-4D89C061F6B4}"/>
    <dgm:cxn modelId="{4C2F99A0-91A5-4A44-B34F-DE730F64ED4D}" srcId="{B8B38808-9A48-402D-A312-1F6C4C50C36A}" destId="{B4F108F4-EFF0-41F1-AFE7-A9094294337A}" srcOrd="4" destOrd="0" parTransId="{35747B12-4F1A-4D55-839F-43A95E877D62}" sibTransId="{6DF5C5AE-206F-4646-8A32-EC6BB2CA37E7}"/>
    <dgm:cxn modelId="{480270A8-CA43-4462-A038-CD11C3E46DC6}" type="presOf" srcId="{7BC7E3B3-4AC3-47E5-A3C9-87FFD5EAA6AE}" destId="{0F652144-59BB-4D34-9564-71EEB9A2ECF7}" srcOrd="0" destOrd="0" presId="urn:microsoft.com/office/officeart/2018/2/layout/IconVerticalSolidList"/>
    <dgm:cxn modelId="{4D332AAF-5627-4BF8-A9E5-960AA99E92A4}" type="presOf" srcId="{B4F108F4-EFF0-41F1-AFE7-A9094294337A}" destId="{4B33EFB6-6B89-4D0D-B92D-15E48E2A3CEA}" srcOrd="0" destOrd="0" presId="urn:microsoft.com/office/officeart/2018/2/layout/IconVerticalSolidList"/>
    <dgm:cxn modelId="{E99BD3B7-22CD-436B-83A5-15B9C5FD04B1}" type="presOf" srcId="{B8B38808-9A48-402D-A312-1F6C4C50C36A}" destId="{C206245A-3392-44FC-BE32-7C5E39481386}" srcOrd="0" destOrd="0" presId="urn:microsoft.com/office/officeart/2018/2/layout/IconVerticalSolidList"/>
    <dgm:cxn modelId="{2F5C8CC5-4EA7-4E2C-87AD-F59ECF971E38}" srcId="{B8B38808-9A48-402D-A312-1F6C4C50C36A}" destId="{701A4147-1F01-47AD-996E-6A0D9EE02A76}" srcOrd="0" destOrd="0" parTransId="{5C4E23FC-20C7-4E8D-A80F-ABF1255D5892}" sibTransId="{9F1BCD86-011B-4C19-890D-A2C3CA563299}"/>
    <dgm:cxn modelId="{6C0312CF-B241-43E6-A9B2-D7B6E015D2D4}" srcId="{B8B38808-9A48-402D-A312-1F6C4C50C36A}" destId="{9AA5E2A2-5FCB-4035-8AF8-BD76A358ED41}" srcOrd="1" destOrd="0" parTransId="{05F124B5-187F-4210-B419-DE526B64646E}" sibTransId="{A849C458-F275-463A-AE1C-829107923C42}"/>
    <dgm:cxn modelId="{88E9B921-0213-44BF-9A51-16075599072E}" type="presParOf" srcId="{C206245A-3392-44FC-BE32-7C5E39481386}" destId="{54FB25D4-88A9-4631-A143-53565149465E}" srcOrd="0" destOrd="0" presId="urn:microsoft.com/office/officeart/2018/2/layout/IconVerticalSolidList"/>
    <dgm:cxn modelId="{1B8E6BA6-BAD7-4C62-B78F-30529EB1CFEE}" type="presParOf" srcId="{54FB25D4-88A9-4631-A143-53565149465E}" destId="{DE233ACD-AD0E-4650-A677-290AC0441FD6}" srcOrd="0" destOrd="0" presId="urn:microsoft.com/office/officeart/2018/2/layout/IconVerticalSolidList"/>
    <dgm:cxn modelId="{E279A522-F53B-48F4-941A-E4C636E4D423}" type="presParOf" srcId="{54FB25D4-88A9-4631-A143-53565149465E}" destId="{E6190AD6-BE7D-4DBA-A48D-05D02D79993F}" srcOrd="1" destOrd="0" presId="urn:microsoft.com/office/officeart/2018/2/layout/IconVerticalSolidList"/>
    <dgm:cxn modelId="{49833530-1181-428A-A17E-E10CD1307FFF}" type="presParOf" srcId="{54FB25D4-88A9-4631-A143-53565149465E}" destId="{FC1BB309-305F-434A-800E-70281F29A9E2}" srcOrd="2" destOrd="0" presId="urn:microsoft.com/office/officeart/2018/2/layout/IconVerticalSolidList"/>
    <dgm:cxn modelId="{490C2D26-EFBB-4ACF-80F8-CCD7E651AB13}" type="presParOf" srcId="{54FB25D4-88A9-4631-A143-53565149465E}" destId="{D3EF062C-DDE9-4AB1-BDFB-0E4D81FA0718}" srcOrd="3" destOrd="0" presId="urn:microsoft.com/office/officeart/2018/2/layout/IconVerticalSolidList"/>
    <dgm:cxn modelId="{0C90856F-7FBD-491C-96C2-325F3DE8D282}" type="presParOf" srcId="{C206245A-3392-44FC-BE32-7C5E39481386}" destId="{BE07E784-44DE-4E0A-BE9A-DF4E3CB54FF6}" srcOrd="1" destOrd="0" presId="urn:microsoft.com/office/officeart/2018/2/layout/IconVerticalSolidList"/>
    <dgm:cxn modelId="{15C8910B-1A6F-4DA8-A993-0D7EB21FBAF1}" type="presParOf" srcId="{C206245A-3392-44FC-BE32-7C5E39481386}" destId="{9B12F6DC-D940-482E-816C-E6AF6C0B42F2}" srcOrd="2" destOrd="0" presId="urn:microsoft.com/office/officeart/2018/2/layout/IconVerticalSolidList"/>
    <dgm:cxn modelId="{0347D163-164F-48E6-8DA4-11AD0377A465}" type="presParOf" srcId="{9B12F6DC-D940-482E-816C-E6AF6C0B42F2}" destId="{5F11E961-1E4D-4B10-969C-F8B26881D7E6}" srcOrd="0" destOrd="0" presId="urn:microsoft.com/office/officeart/2018/2/layout/IconVerticalSolidList"/>
    <dgm:cxn modelId="{0A861C96-81D3-4C41-9F67-A3EBC3F837B3}" type="presParOf" srcId="{9B12F6DC-D940-482E-816C-E6AF6C0B42F2}" destId="{F8BD8635-6AA4-4A80-91ED-5C788DACA857}" srcOrd="1" destOrd="0" presId="urn:microsoft.com/office/officeart/2018/2/layout/IconVerticalSolidList"/>
    <dgm:cxn modelId="{8FDC3131-174C-4A64-929A-B91308498938}" type="presParOf" srcId="{9B12F6DC-D940-482E-816C-E6AF6C0B42F2}" destId="{83065F60-409C-43E9-B044-DD917DCBEC9E}" srcOrd="2" destOrd="0" presId="urn:microsoft.com/office/officeart/2018/2/layout/IconVerticalSolidList"/>
    <dgm:cxn modelId="{28EBA42B-A10C-457F-BE60-77428A5FB90E}" type="presParOf" srcId="{9B12F6DC-D940-482E-816C-E6AF6C0B42F2}" destId="{DC9F31FB-FB94-41E0-9303-C3C9BB5D3953}" srcOrd="3" destOrd="0" presId="urn:microsoft.com/office/officeart/2018/2/layout/IconVerticalSolidList"/>
    <dgm:cxn modelId="{5E5E4346-EC09-4F61-8472-5BF8F97F6EB2}" type="presParOf" srcId="{C206245A-3392-44FC-BE32-7C5E39481386}" destId="{C81DCC52-0379-46DD-9F56-9ED0D7F37AA6}" srcOrd="3" destOrd="0" presId="urn:microsoft.com/office/officeart/2018/2/layout/IconVerticalSolidList"/>
    <dgm:cxn modelId="{B9D5D0C6-1983-4BCC-A4B0-7AF087BE9173}" type="presParOf" srcId="{C206245A-3392-44FC-BE32-7C5E39481386}" destId="{3A10D1A5-47BA-431C-8B01-504D8789C320}" srcOrd="4" destOrd="0" presId="urn:microsoft.com/office/officeart/2018/2/layout/IconVerticalSolidList"/>
    <dgm:cxn modelId="{8F7DF3CD-43FA-4AA1-97D0-A242393BA578}" type="presParOf" srcId="{3A10D1A5-47BA-431C-8B01-504D8789C320}" destId="{43220F10-84A0-40EB-9ECB-FCEF6FE7E31A}" srcOrd="0" destOrd="0" presId="urn:microsoft.com/office/officeart/2018/2/layout/IconVerticalSolidList"/>
    <dgm:cxn modelId="{721AB0E0-5993-410A-82C7-28C0262A516F}" type="presParOf" srcId="{3A10D1A5-47BA-431C-8B01-504D8789C320}" destId="{740E6067-32C2-4E5A-A71B-C3A0D46584FD}" srcOrd="1" destOrd="0" presId="urn:microsoft.com/office/officeart/2018/2/layout/IconVerticalSolidList"/>
    <dgm:cxn modelId="{081B51DE-D4DD-44D9-90C6-D739908AE2FA}" type="presParOf" srcId="{3A10D1A5-47BA-431C-8B01-504D8789C320}" destId="{19D320E1-E98B-49FE-A51C-D03C21234937}" srcOrd="2" destOrd="0" presId="urn:microsoft.com/office/officeart/2018/2/layout/IconVerticalSolidList"/>
    <dgm:cxn modelId="{795A345D-FE48-40C2-A8B1-251B5A2F6C48}" type="presParOf" srcId="{3A10D1A5-47BA-431C-8B01-504D8789C320}" destId="{0F652144-59BB-4D34-9564-71EEB9A2ECF7}" srcOrd="3" destOrd="0" presId="urn:microsoft.com/office/officeart/2018/2/layout/IconVerticalSolidList"/>
    <dgm:cxn modelId="{8205B178-2A12-4B25-81B0-2FF9736E7087}" type="presParOf" srcId="{C206245A-3392-44FC-BE32-7C5E39481386}" destId="{FB9D40AC-C15E-4E29-87FC-DC668D2656AE}" srcOrd="5" destOrd="0" presId="urn:microsoft.com/office/officeart/2018/2/layout/IconVerticalSolidList"/>
    <dgm:cxn modelId="{6DF3E35E-46B0-4822-B25C-AB9718B7AD28}" type="presParOf" srcId="{C206245A-3392-44FC-BE32-7C5E39481386}" destId="{D5B1398F-1674-4B9F-8469-02E7FB5CF020}" srcOrd="6" destOrd="0" presId="urn:microsoft.com/office/officeart/2018/2/layout/IconVerticalSolidList"/>
    <dgm:cxn modelId="{BC58BA67-5B10-442C-898E-009FBAADC53B}" type="presParOf" srcId="{D5B1398F-1674-4B9F-8469-02E7FB5CF020}" destId="{49DBFC27-C087-4200-A6AF-2B183BB74EEC}" srcOrd="0" destOrd="0" presId="urn:microsoft.com/office/officeart/2018/2/layout/IconVerticalSolidList"/>
    <dgm:cxn modelId="{D717E4F7-545C-436D-9D98-EC9B8CAE3AAB}" type="presParOf" srcId="{D5B1398F-1674-4B9F-8469-02E7FB5CF020}" destId="{156F4530-23A6-48DF-94D0-DD524F3B74D6}" srcOrd="1" destOrd="0" presId="urn:microsoft.com/office/officeart/2018/2/layout/IconVerticalSolidList"/>
    <dgm:cxn modelId="{B3ACC33C-3B0C-480B-A1A2-47E906F39900}" type="presParOf" srcId="{D5B1398F-1674-4B9F-8469-02E7FB5CF020}" destId="{C4728A77-301D-4B51-BFFE-9CC68E3264BF}" srcOrd="2" destOrd="0" presId="urn:microsoft.com/office/officeart/2018/2/layout/IconVerticalSolidList"/>
    <dgm:cxn modelId="{B46D82F8-6B52-4D05-BE46-2F52BF06C889}" type="presParOf" srcId="{D5B1398F-1674-4B9F-8469-02E7FB5CF020}" destId="{75E6A61B-98CD-4215-B50C-EF46803580E3}" srcOrd="3" destOrd="0" presId="urn:microsoft.com/office/officeart/2018/2/layout/IconVerticalSolidList"/>
    <dgm:cxn modelId="{D60D8E6B-3928-467F-9966-E3E1DC4EE7FE}" type="presParOf" srcId="{C206245A-3392-44FC-BE32-7C5E39481386}" destId="{4142197B-BDB9-43F7-9257-550620CC3B75}" srcOrd="7" destOrd="0" presId="urn:microsoft.com/office/officeart/2018/2/layout/IconVerticalSolidList"/>
    <dgm:cxn modelId="{2EE0C0EE-6706-4077-86E7-62530B210F75}" type="presParOf" srcId="{C206245A-3392-44FC-BE32-7C5E39481386}" destId="{735CA32B-D9CE-4B0D-AE94-B1C1A8CB203E}" srcOrd="8" destOrd="0" presId="urn:microsoft.com/office/officeart/2018/2/layout/IconVerticalSolidList"/>
    <dgm:cxn modelId="{52A01D97-FC01-4351-B63C-A01AAC111E99}" type="presParOf" srcId="{735CA32B-D9CE-4B0D-AE94-B1C1A8CB203E}" destId="{69422A3E-F663-4D13-A306-7AE4F9FADD3E}" srcOrd="0" destOrd="0" presId="urn:microsoft.com/office/officeart/2018/2/layout/IconVerticalSolidList"/>
    <dgm:cxn modelId="{EF9E0539-CD19-4726-A582-EE8A9C9C36CA}" type="presParOf" srcId="{735CA32B-D9CE-4B0D-AE94-B1C1A8CB203E}" destId="{D9F04CD2-8655-4311-8BD7-66E362F986E1}" srcOrd="1" destOrd="0" presId="urn:microsoft.com/office/officeart/2018/2/layout/IconVerticalSolidList"/>
    <dgm:cxn modelId="{9674C496-E51C-4EE3-A2EE-7539AB9CCAF2}" type="presParOf" srcId="{735CA32B-D9CE-4B0D-AE94-B1C1A8CB203E}" destId="{6052D215-1678-4651-8010-FD1CB9AB63C3}" srcOrd="2" destOrd="0" presId="urn:microsoft.com/office/officeart/2018/2/layout/IconVerticalSolidList"/>
    <dgm:cxn modelId="{85B1F168-966D-4567-A304-7641FAE6255D}" type="presParOf" srcId="{735CA32B-D9CE-4B0D-AE94-B1C1A8CB203E}" destId="{4B33EFB6-6B89-4D0D-B92D-15E48E2A3CE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37BAC39-ECAB-444A-8855-CF26943677DC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DA521FE-1353-49EC-983B-ACB9A46AC0A2}">
      <dgm:prSet/>
      <dgm:spPr/>
      <dgm:t>
        <a:bodyPr/>
        <a:lstStyle/>
        <a:p>
          <a:r>
            <a:rPr lang="en-US"/>
            <a:t>0–7 min: Abertura.</a:t>
          </a:r>
        </a:p>
      </dgm:t>
    </dgm:pt>
    <dgm:pt modelId="{C060C810-13F2-4A9D-944E-EE753669FF42}" type="parTrans" cxnId="{8C90E9DD-A8E1-4F17-A6E2-25442C7801E5}">
      <dgm:prSet/>
      <dgm:spPr/>
      <dgm:t>
        <a:bodyPr/>
        <a:lstStyle/>
        <a:p>
          <a:endParaRPr lang="en-US"/>
        </a:p>
      </dgm:t>
    </dgm:pt>
    <dgm:pt modelId="{F04BD11F-7070-46F8-A7FD-A11BCE3F66A7}" type="sibTrans" cxnId="{8C90E9DD-A8E1-4F17-A6E2-25442C7801E5}">
      <dgm:prSet/>
      <dgm:spPr/>
      <dgm:t>
        <a:bodyPr/>
        <a:lstStyle/>
        <a:p>
          <a:endParaRPr lang="en-US"/>
        </a:p>
      </dgm:t>
    </dgm:pt>
    <dgm:pt modelId="{9EF061AC-7873-4289-BF61-829ECA4B5F8C}">
      <dgm:prSet/>
      <dgm:spPr/>
      <dgm:t>
        <a:bodyPr/>
        <a:lstStyle/>
        <a:p>
          <a:r>
            <a:rPr lang="en-US"/>
            <a:t>7–18 min: Minipalestra — teorias do desenvolvimento.</a:t>
          </a:r>
        </a:p>
      </dgm:t>
    </dgm:pt>
    <dgm:pt modelId="{0D7CF5EF-1D08-49BB-9091-3F36063FF2E9}" type="parTrans" cxnId="{6D0A6EA6-3D45-4835-82A4-B28C1728112E}">
      <dgm:prSet/>
      <dgm:spPr/>
      <dgm:t>
        <a:bodyPr/>
        <a:lstStyle/>
        <a:p>
          <a:endParaRPr lang="en-US"/>
        </a:p>
      </dgm:t>
    </dgm:pt>
    <dgm:pt modelId="{9227A0DA-6A30-4802-AC09-54EEE1F79195}" type="sibTrans" cxnId="{6D0A6EA6-3D45-4835-82A4-B28C1728112E}">
      <dgm:prSet/>
      <dgm:spPr/>
      <dgm:t>
        <a:bodyPr/>
        <a:lstStyle/>
        <a:p>
          <a:endParaRPr lang="en-US"/>
        </a:p>
      </dgm:t>
    </dgm:pt>
    <dgm:pt modelId="{4813CBC0-AE41-476F-8AAF-18424FC6A9A1}">
      <dgm:prSet/>
      <dgm:spPr/>
      <dgm:t>
        <a:bodyPr/>
        <a:lstStyle/>
        <a:p>
          <a:r>
            <a:rPr lang="en-US"/>
            <a:t>18–30 min: Discussão guiada.</a:t>
          </a:r>
        </a:p>
      </dgm:t>
    </dgm:pt>
    <dgm:pt modelId="{BD3934DA-AA64-48F1-AC45-BC47CFB2268F}" type="parTrans" cxnId="{82E1E8A4-3D03-4535-A662-5031283E31D9}">
      <dgm:prSet/>
      <dgm:spPr/>
      <dgm:t>
        <a:bodyPr/>
        <a:lstStyle/>
        <a:p>
          <a:endParaRPr lang="en-US"/>
        </a:p>
      </dgm:t>
    </dgm:pt>
    <dgm:pt modelId="{0D998518-3B1C-440E-8002-4D309456B18C}" type="sibTrans" cxnId="{82E1E8A4-3D03-4535-A662-5031283E31D9}">
      <dgm:prSet/>
      <dgm:spPr/>
      <dgm:t>
        <a:bodyPr/>
        <a:lstStyle/>
        <a:p>
          <a:endParaRPr lang="en-US"/>
        </a:p>
      </dgm:t>
    </dgm:pt>
    <dgm:pt modelId="{768F99E1-EF12-4F7A-B889-B0A23CDE5180}">
      <dgm:prSet/>
      <dgm:spPr/>
      <dgm:t>
        <a:bodyPr/>
        <a:lstStyle/>
        <a:p>
          <a:r>
            <a:rPr lang="en-US"/>
            <a:t>30–45 min: Estudo de caso em grupos.</a:t>
          </a:r>
        </a:p>
      </dgm:t>
    </dgm:pt>
    <dgm:pt modelId="{08B4CD08-8AAC-4090-9906-8E9F083D9570}" type="parTrans" cxnId="{CE2AF656-9F07-4DFA-9C73-004DDBD78FFB}">
      <dgm:prSet/>
      <dgm:spPr/>
      <dgm:t>
        <a:bodyPr/>
        <a:lstStyle/>
        <a:p>
          <a:endParaRPr lang="en-US"/>
        </a:p>
      </dgm:t>
    </dgm:pt>
    <dgm:pt modelId="{02FCDA4A-E384-4ECD-83EF-392439B5E97F}" type="sibTrans" cxnId="{CE2AF656-9F07-4DFA-9C73-004DDBD78FFB}">
      <dgm:prSet/>
      <dgm:spPr/>
      <dgm:t>
        <a:bodyPr/>
        <a:lstStyle/>
        <a:p>
          <a:endParaRPr lang="en-US"/>
        </a:p>
      </dgm:t>
    </dgm:pt>
    <dgm:pt modelId="{C1686C4C-4E89-43E9-B146-AAA14EAD0BFD}">
      <dgm:prSet/>
      <dgm:spPr/>
      <dgm:t>
        <a:bodyPr/>
        <a:lstStyle/>
        <a:p>
          <a:r>
            <a:rPr lang="en-US"/>
            <a:t>45–50 min: Fechamento.</a:t>
          </a:r>
        </a:p>
      </dgm:t>
    </dgm:pt>
    <dgm:pt modelId="{868B3D52-08EF-498F-8767-8F6F6A779F73}" type="parTrans" cxnId="{CF599E93-CECC-4F9D-AD7C-B13697476CB1}">
      <dgm:prSet/>
      <dgm:spPr/>
      <dgm:t>
        <a:bodyPr/>
        <a:lstStyle/>
        <a:p>
          <a:endParaRPr lang="en-US"/>
        </a:p>
      </dgm:t>
    </dgm:pt>
    <dgm:pt modelId="{2F2D07E2-50E9-4A9C-835D-B62DF68EC863}" type="sibTrans" cxnId="{CF599E93-CECC-4F9D-AD7C-B13697476CB1}">
      <dgm:prSet/>
      <dgm:spPr/>
      <dgm:t>
        <a:bodyPr/>
        <a:lstStyle/>
        <a:p>
          <a:endParaRPr lang="en-US"/>
        </a:p>
      </dgm:t>
    </dgm:pt>
    <dgm:pt modelId="{F2CF0374-D844-4497-87BB-97EC617B4E7B}" type="pres">
      <dgm:prSet presAssocID="{437BAC39-ECAB-444A-8855-CF26943677DC}" presName="linear" presStyleCnt="0">
        <dgm:presLayoutVars>
          <dgm:animLvl val="lvl"/>
          <dgm:resizeHandles val="exact"/>
        </dgm:presLayoutVars>
      </dgm:prSet>
      <dgm:spPr/>
    </dgm:pt>
    <dgm:pt modelId="{1D579572-C989-4A30-8174-A077CF19F4DD}" type="pres">
      <dgm:prSet presAssocID="{3DA521FE-1353-49EC-983B-ACB9A46AC0A2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03DD206D-2700-4757-8821-F819E4F8780E}" type="pres">
      <dgm:prSet presAssocID="{F04BD11F-7070-46F8-A7FD-A11BCE3F66A7}" presName="spacer" presStyleCnt="0"/>
      <dgm:spPr/>
    </dgm:pt>
    <dgm:pt modelId="{37A41AD7-4FFC-4E69-AC04-3A622B18C00F}" type="pres">
      <dgm:prSet presAssocID="{9EF061AC-7873-4289-BF61-829ECA4B5F8C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222B9895-3EFD-498D-A5F0-AD2AEB1C18D6}" type="pres">
      <dgm:prSet presAssocID="{9227A0DA-6A30-4802-AC09-54EEE1F79195}" presName="spacer" presStyleCnt="0"/>
      <dgm:spPr/>
    </dgm:pt>
    <dgm:pt modelId="{954AE7EC-5CF0-42D7-A6D3-C8C7F9D09723}" type="pres">
      <dgm:prSet presAssocID="{4813CBC0-AE41-476F-8AAF-18424FC6A9A1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9679E68C-CA8D-467B-8924-0E9A31EF2748}" type="pres">
      <dgm:prSet presAssocID="{0D998518-3B1C-440E-8002-4D309456B18C}" presName="spacer" presStyleCnt="0"/>
      <dgm:spPr/>
    </dgm:pt>
    <dgm:pt modelId="{EBFCFAE7-2EA7-40DE-A65E-DDCC1BDAA3DB}" type="pres">
      <dgm:prSet presAssocID="{768F99E1-EF12-4F7A-B889-B0A23CDE5180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0D75E54F-DB17-40BE-8102-2953B4E66289}" type="pres">
      <dgm:prSet presAssocID="{02FCDA4A-E384-4ECD-83EF-392439B5E97F}" presName="spacer" presStyleCnt="0"/>
      <dgm:spPr/>
    </dgm:pt>
    <dgm:pt modelId="{61D196E2-4501-4BE6-B89C-B2A3EF2D7BB9}" type="pres">
      <dgm:prSet presAssocID="{C1686C4C-4E89-43E9-B146-AAA14EAD0BFD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F8337A03-2B45-4F66-92BB-E7D0F7537792}" type="presOf" srcId="{9EF061AC-7873-4289-BF61-829ECA4B5F8C}" destId="{37A41AD7-4FFC-4E69-AC04-3A622B18C00F}" srcOrd="0" destOrd="0" presId="urn:microsoft.com/office/officeart/2005/8/layout/vList2"/>
    <dgm:cxn modelId="{A2915A4A-33E9-4050-A5DB-55CC0A955D9A}" type="presOf" srcId="{437BAC39-ECAB-444A-8855-CF26943677DC}" destId="{F2CF0374-D844-4497-87BB-97EC617B4E7B}" srcOrd="0" destOrd="0" presId="urn:microsoft.com/office/officeart/2005/8/layout/vList2"/>
    <dgm:cxn modelId="{CE2AF656-9F07-4DFA-9C73-004DDBD78FFB}" srcId="{437BAC39-ECAB-444A-8855-CF26943677DC}" destId="{768F99E1-EF12-4F7A-B889-B0A23CDE5180}" srcOrd="3" destOrd="0" parTransId="{08B4CD08-8AAC-4090-9906-8E9F083D9570}" sibTransId="{02FCDA4A-E384-4ECD-83EF-392439B5E97F}"/>
    <dgm:cxn modelId="{15A3627B-CAAE-4794-81A1-219D73530ACA}" type="presOf" srcId="{4813CBC0-AE41-476F-8AAF-18424FC6A9A1}" destId="{954AE7EC-5CF0-42D7-A6D3-C8C7F9D09723}" srcOrd="0" destOrd="0" presId="urn:microsoft.com/office/officeart/2005/8/layout/vList2"/>
    <dgm:cxn modelId="{E7EFDD90-1EDC-4463-8962-A7B67B9FD2F7}" type="presOf" srcId="{3DA521FE-1353-49EC-983B-ACB9A46AC0A2}" destId="{1D579572-C989-4A30-8174-A077CF19F4DD}" srcOrd="0" destOrd="0" presId="urn:microsoft.com/office/officeart/2005/8/layout/vList2"/>
    <dgm:cxn modelId="{CF599E93-CECC-4F9D-AD7C-B13697476CB1}" srcId="{437BAC39-ECAB-444A-8855-CF26943677DC}" destId="{C1686C4C-4E89-43E9-B146-AAA14EAD0BFD}" srcOrd="4" destOrd="0" parTransId="{868B3D52-08EF-498F-8767-8F6F6A779F73}" sibTransId="{2F2D07E2-50E9-4A9C-835D-B62DF68EC863}"/>
    <dgm:cxn modelId="{82E1E8A4-3D03-4535-A662-5031283E31D9}" srcId="{437BAC39-ECAB-444A-8855-CF26943677DC}" destId="{4813CBC0-AE41-476F-8AAF-18424FC6A9A1}" srcOrd="2" destOrd="0" parTransId="{BD3934DA-AA64-48F1-AC45-BC47CFB2268F}" sibTransId="{0D998518-3B1C-440E-8002-4D309456B18C}"/>
    <dgm:cxn modelId="{6D0A6EA6-3D45-4835-82A4-B28C1728112E}" srcId="{437BAC39-ECAB-444A-8855-CF26943677DC}" destId="{9EF061AC-7873-4289-BF61-829ECA4B5F8C}" srcOrd="1" destOrd="0" parTransId="{0D7CF5EF-1D08-49BB-9091-3F36063FF2E9}" sibTransId="{9227A0DA-6A30-4802-AC09-54EEE1F79195}"/>
    <dgm:cxn modelId="{03D01CBD-6AD1-4D54-9230-A2776294BBC4}" type="presOf" srcId="{C1686C4C-4E89-43E9-B146-AAA14EAD0BFD}" destId="{61D196E2-4501-4BE6-B89C-B2A3EF2D7BB9}" srcOrd="0" destOrd="0" presId="urn:microsoft.com/office/officeart/2005/8/layout/vList2"/>
    <dgm:cxn modelId="{ECDA23DD-612D-4FB7-B027-C55165AE584A}" type="presOf" srcId="{768F99E1-EF12-4F7A-B889-B0A23CDE5180}" destId="{EBFCFAE7-2EA7-40DE-A65E-DDCC1BDAA3DB}" srcOrd="0" destOrd="0" presId="urn:microsoft.com/office/officeart/2005/8/layout/vList2"/>
    <dgm:cxn modelId="{8C90E9DD-A8E1-4F17-A6E2-25442C7801E5}" srcId="{437BAC39-ECAB-444A-8855-CF26943677DC}" destId="{3DA521FE-1353-49EC-983B-ACB9A46AC0A2}" srcOrd="0" destOrd="0" parTransId="{C060C810-13F2-4A9D-944E-EE753669FF42}" sibTransId="{F04BD11F-7070-46F8-A7FD-A11BCE3F66A7}"/>
    <dgm:cxn modelId="{91DE7934-7676-49CC-B3C2-EC30EA0B58CE}" type="presParOf" srcId="{F2CF0374-D844-4497-87BB-97EC617B4E7B}" destId="{1D579572-C989-4A30-8174-A077CF19F4DD}" srcOrd="0" destOrd="0" presId="urn:microsoft.com/office/officeart/2005/8/layout/vList2"/>
    <dgm:cxn modelId="{7CB6C0D3-E016-4261-9A32-1D7B2CF4F277}" type="presParOf" srcId="{F2CF0374-D844-4497-87BB-97EC617B4E7B}" destId="{03DD206D-2700-4757-8821-F819E4F8780E}" srcOrd="1" destOrd="0" presId="urn:microsoft.com/office/officeart/2005/8/layout/vList2"/>
    <dgm:cxn modelId="{17F2A10D-4B5D-4640-978B-0E52ECC28C58}" type="presParOf" srcId="{F2CF0374-D844-4497-87BB-97EC617B4E7B}" destId="{37A41AD7-4FFC-4E69-AC04-3A622B18C00F}" srcOrd="2" destOrd="0" presId="urn:microsoft.com/office/officeart/2005/8/layout/vList2"/>
    <dgm:cxn modelId="{80B4026D-6D19-4EDB-8628-CAE1C459720D}" type="presParOf" srcId="{F2CF0374-D844-4497-87BB-97EC617B4E7B}" destId="{222B9895-3EFD-498D-A5F0-AD2AEB1C18D6}" srcOrd="3" destOrd="0" presId="urn:microsoft.com/office/officeart/2005/8/layout/vList2"/>
    <dgm:cxn modelId="{38D15652-354A-488A-9766-283F2F190A98}" type="presParOf" srcId="{F2CF0374-D844-4497-87BB-97EC617B4E7B}" destId="{954AE7EC-5CF0-42D7-A6D3-C8C7F9D09723}" srcOrd="4" destOrd="0" presId="urn:microsoft.com/office/officeart/2005/8/layout/vList2"/>
    <dgm:cxn modelId="{65E9F409-F492-4426-938E-700D33D8A660}" type="presParOf" srcId="{F2CF0374-D844-4497-87BB-97EC617B4E7B}" destId="{9679E68C-CA8D-467B-8924-0E9A31EF2748}" srcOrd="5" destOrd="0" presId="urn:microsoft.com/office/officeart/2005/8/layout/vList2"/>
    <dgm:cxn modelId="{A6FB90D1-A20D-4628-83B4-7705AD621A3C}" type="presParOf" srcId="{F2CF0374-D844-4497-87BB-97EC617B4E7B}" destId="{EBFCFAE7-2EA7-40DE-A65E-DDCC1BDAA3DB}" srcOrd="6" destOrd="0" presId="urn:microsoft.com/office/officeart/2005/8/layout/vList2"/>
    <dgm:cxn modelId="{A6E41B07-D1CA-4209-8B67-EACB483DC289}" type="presParOf" srcId="{F2CF0374-D844-4497-87BB-97EC617B4E7B}" destId="{0D75E54F-DB17-40BE-8102-2953B4E66289}" srcOrd="7" destOrd="0" presId="urn:microsoft.com/office/officeart/2005/8/layout/vList2"/>
    <dgm:cxn modelId="{3C2DC785-1ACB-494B-8E50-BA0279847EF7}" type="presParOf" srcId="{F2CF0374-D844-4497-87BB-97EC617B4E7B}" destId="{61D196E2-4501-4BE6-B89C-B2A3EF2D7BB9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F9C3D1E-A8E2-40AC-A614-144E4B3C0E61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CEB76B6A-1CFF-4227-9814-8E61BF9EC953}">
      <dgm:prSet/>
      <dgm:spPr/>
      <dgm:t>
        <a:bodyPr/>
        <a:lstStyle/>
        <a:p>
          <a:r>
            <a:rPr lang="en-US"/>
            <a:t>- Aula expositiva breve.</a:t>
          </a:r>
        </a:p>
      </dgm:t>
    </dgm:pt>
    <dgm:pt modelId="{F5A0DAC8-83DE-4E98-B110-C8CCCBFC88B1}" type="parTrans" cxnId="{15816283-627A-4387-B7AA-CAAFCB70942B}">
      <dgm:prSet/>
      <dgm:spPr/>
      <dgm:t>
        <a:bodyPr/>
        <a:lstStyle/>
        <a:p>
          <a:endParaRPr lang="en-US"/>
        </a:p>
      </dgm:t>
    </dgm:pt>
    <dgm:pt modelId="{9EF69292-8447-4821-9DAA-34FC8B0F6C30}" type="sibTrans" cxnId="{15816283-627A-4387-B7AA-CAAFCB70942B}">
      <dgm:prSet/>
      <dgm:spPr/>
      <dgm:t>
        <a:bodyPr/>
        <a:lstStyle/>
        <a:p>
          <a:endParaRPr lang="en-US"/>
        </a:p>
      </dgm:t>
    </dgm:pt>
    <dgm:pt modelId="{AA7A0DC3-958F-41D6-AC04-13511E534477}">
      <dgm:prSet/>
      <dgm:spPr/>
      <dgm:t>
        <a:bodyPr/>
        <a:lstStyle/>
        <a:p>
          <a:r>
            <a:rPr lang="en-US"/>
            <a:t>- Discussão orientada.</a:t>
          </a:r>
        </a:p>
      </dgm:t>
    </dgm:pt>
    <dgm:pt modelId="{525C0648-7551-4A78-8F0C-0B1E07DAC6CC}" type="parTrans" cxnId="{40028115-F335-4FF9-8935-BA09E4E79786}">
      <dgm:prSet/>
      <dgm:spPr/>
      <dgm:t>
        <a:bodyPr/>
        <a:lstStyle/>
        <a:p>
          <a:endParaRPr lang="en-US"/>
        </a:p>
      </dgm:t>
    </dgm:pt>
    <dgm:pt modelId="{A1A008AA-E5D1-43ED-851A-3E45EB17A3B5}" type="sibTrans" cxnId="{40028115-F335-4FF9-8935-BA09E4E79786}">
      <dgm:prSet/>
      <dgm:spPr/>
      <dgm:t>
        <a:bodyPr/>
        <a:lstStyle/>
        <a:p>
          <a:endParaRPr lang="en-US"/>
        </a:p>
      </dgm:t>
    </dgm:pt>
    <dgm:pt modelId="{9BB13FC7-6AE4-4668-ABF8-83114FA6EE3E}">
      <dgm:prSet/>
      <dgm:spPr/>
      <dgm:t>
        <a:bodyPr/>
        <a:lstStyle/>
        <a:p>
          <a:r>
            <a:rPr lang="en-US"/>
            <a:t>- Aprendizagem colaborativa.</a:t>
          </a:r>
        </a:p>
      </dgm:t>
    </dgm:pt>
    <dgm:pt modelId="{DB77A20B-CA9F-4172-AA4D-DE448EC4F70F}" type="parTrans" cxnId="{5AFBAF1A-20BC-4C2C-B41E-CB080CA11B2F}">
      <dgm:prSet/>
      <dgm:spPr/>
      <dgm:t>
        <a:bodyPr/>
        <a:lstStyle/>
        <a:p>
          <a:endParaRPr lang="en-US"/>
        </a:p>
      </dgm:t>
    </dgm:pt>
    <dgm:pt modelId="{EF258E1B-FF85-4F5B-94E5-8F1207832B4D}" type="sibTrans" cxnId="{5AFBAF1A-20BC-4C2C-B41E-CB080CA11B2F}">
      <dgm:prSet/>
      <dgm:spPr/>
      <dgm:t>
        <a:bodyPr/>
        <a:lstStyle/>
        <a:p>
          <a:endParaRPr lang="en-US"/>
        </a:p>
      </dgm:t>
    </dgm:pt>
    <dgm:pt modelId="{E47C5C79-CF8D-4B3A-AB24-E68ED2A92540}">
      <dgm:prSet/>
      <dgm:spPr/>
      <dgm:t>
        <a:bodyPr/>
        <a:lstStyle/>
        <a:p>
          <a:r>
            <a:rPr lang="en-US"/>
            <a:t>- Feedback imediato.</a:t>
          </a:r>
        </a:p>
      </dgm:t>
    </dgm:pt>
    <dgm:pt modelId="{1386897A-2D93-4AB9-816E-A4E842F68008}" type="parTrans" cxnId="{42363545-10A8-49AD-A3FA-CF665E42E1BD}">
      <dgm:prSet/>
      <dgm:spPr/>
      <dgm:t>
        <a:bodyPr/>
        <a:lstStyle/>
        <a:p>
          <a:endParaRPr lang="en-US"/>
        </a:p>
      </dgm:t>
    </dgm:pt>
    <dgm:pt modelId="{67788F25-B956-4766-B22B-1AB30A190CEA}" type="sibTrans" cxnId="{42363545-10A8-49AD-A3FA-CF665E42E1BD}">
      <dgm:prSet/>
      <dgm:spPr/>
      <dgm:t>
        <a:bodyPr/>
        <a:lstStyle/>
        <a:p>
          <a:endParaRPr lang="en-US"/>
        </a:p>
      </dgm:t>
    </dgm:pt>
    <dgm:pt modelId="{347FC975-CD9C-4C68-976A-462DA667E78C}" type="pres">
      <dgm:prSet presAssocID="{7F9C3D1E-A8E2-40AC-A614-144E4B3C0E61}" presName="root" presStyleCnt="0">
        <dgm:presLayoutVars>
          <dgm:dir/>
          <dgm:resizeHandles val="exact"/>
        </dgm:presLayoutVars>
      </dgm:prSet>
      <dgm:spPr/>
    </dgm:pt>
    <dgm:pt modelId="{398FC859-BFC9-447C-947B-1B69E06FFFD3}" type="pres">
      <dgm:prSet presAssocID="{CEB76B6A-1CFF-4227-9814-8E61BF9EC953}" presName="compNode" presStyleCnt="0"/>
      <dgm:spPr/>
    </dgm:pt>
    <dgm:pt modelId="{CB3B172F-23F1-4A27-8D8B-1487E87634E6}" type="pres">
      <dgm:prSet presAssocID="{CEB76B6A-1CFF-4227-9814-8E61BF9EC95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la de aula"/>
        </a:ext>
      </dgm:extLst>
    </dgm:pt>
    <dgm:pt modelId="{0B1BFAD1-844F-48A7-BDE8-752BB9096F48}" type="pres">
      <dgm:prSet presAssocID="{CEB76B6A-1CFF-4227-9814-8E61BF9EC953}" presName="spaceRect" presStyleCnt="0"/>
      <dgm:spPr/>
    </dgm:pt>
    <dgm:pt modelId="{A17A6500-2A18-4BEA-BCA3-0B457BE20445}" type="pres">
      <dgm:prSet presAssocID="{CEB76B6A-1CFF-4227-9814-8E61BF9EC953}" presName="textRect" presStyleLbl="revTx" presStyleIdx="0" presStyleCnt="4">
        <dgm:presLayoutVars>
          <dgm:chMax val="1"/>
          <dgm:chPref val="1"/>
        </dgm:presLayoutVars>
      </dgm:prSet>
      <dgm:spPr/>
    </dgm:pt>
    <dgm:pt modelId="{985FC2F8-4DCB-4E26-BD8B-DF09C7DE14B3}" type="pres">
      <dgm:prSet presAssocID="{9EF69292-8447-4821-9DAA-34FC8B0F6C30}" presName="sibTrans" presStyleCnt="0"/>
      <dgm:spPr/>
    </dgm:pt>
    <dgm:pt modelId="{4001954D-0E38-49C1-A952-32180758DFF1}" type="pres">
      <dgm:prSet presAssocID="{AA7A0DC3-958F-41D6-AC04-13511E534477}" presName="compNode" presStyleCnt="0"/>
      <dgm:spPr/>
    </dgm:pt>
    <dgm:pt modelId="{AE5A3CFB-94E7-4839-B684-D25A1869C17C}" type="pres">
      <dgm:prSet presAssocID="{AA7A0DC3-958F-41D6-AC04-13511E53447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ard Room"/>
        </a:ext>
      </dgm:extLst>
    </dgm:pt>
    <dgm:pt modelId="{DFEAA9D1-0ADA-44E6-AFD5-3D13EFF3EF16}" type="pres">
      <dgm:prSet presAssocID="{AA7A0DC3-958F-41D6-AC04-13511E534477}" presName="spaceRect" presStyleCnt="0"/>
      <dgm:spPr/>
    </dgm:pt>
    <dgm:pt modelId="{9F6512A1-E590-4B8D-A966-361C0F294708}" type="pres">
      <dgm:prSet presAssocID="{AA7A0DC3-958F-41D6-AC04-13511E534477}" presName="textRect" presStyleLbl="revTx" presStyleIdx="1" presStyleCnt="4">
        <dgm:presLayoutVars>
          <dgm:chMax val="1"/>
          <dgm:chPref val="1"/>
        </dgm:presLayoutVars>
      </dgm:prSet>
      <dgm:spPr/>
    </dgm:pt>
    <dgm:pt modelId="{D9662260-0242-4016-8A2E-4F5C430539BC}" type="pres">
      <dgm:prSet presAssocID="{A1A008AA-E5D1-43ED-851A-3E45EB17A3B5}" presName="sibTrans" presStyleCnt="0"/>
      <dgm:spPr/>
    </dgm:pt>
    <dgm:pt modelId="{2728A5CA-06F7-457D-A1CF-6C10F34F74D6}" type="pres">
      <dgm:prSet presAssocID="{9BB13FC7-6AE4-4668-ABF8-83114FA6EE3E}" presName="compNode" presStyleCnt="0"/>
      <dgm:spPr/>
    </dgm:pt>
    <dgm:pt modelId="{196CE04F-73FE-4007-905E-34631E221373}" type="pres">
      <dgm:prSet presAssocID="{9BB13FC7-6AE4-4668-ABF8-83114FA6EE3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3BFE3836-7D7F-497E-A8D0-57A9B3494183}" type="pres">
      <dgm:prSet presAssocID="{9BB13FC7-6AE4-4668-ABF8-83114FA6EE3E}" presName="spaceRect" presStyleCnt="0"/>
      <dgm:spPr/>
    </dgm:pt>
    <dgm:pt modelId="{FC81D03D-7886-47B4-84BA-8C1D3D61926D}" type="pres">
      <dgm:prSet presAssocID="{9BB13FC7-6AE4-4668-ABF8-83114FA6EE3E}" presName="textRect" presStyleLbl="revTx" presStyleIdx="2" presStyleCnt="4">
        <dgm:presLayoutVars>
          <dgm:chMax val="1"/>
          <dgm:chPref val="1"/>
        </dgm:presLayoutVars>
      </dgm:prSet>
      <dgm:spPr/>
    </dgm:pt>
    <dgm:pt modelId="{D2DB2787-DD3C-415E-8BEC-29091017FA73}" type="pres">
      <dgm:prSet presAssocID="{EF258E1B-FF85-4F5B-94E5-8F1207832B4D}" presName="sibTrans" presStyleCnt="0"/>
      <dgm:spPr/>
    </dgm:pt>
    <dgm:pt modelId="{C6237742-23C0-4A7F-B17F-1A635FDF170B}" type="pres">
      <dgm:prSet presAssocID="{E47C5C79-CF8D-4B3A-AB24-E68ED2A92540}" presName="compNode" presStyleCnt="0"/>
      <dgm:spPr/>
    </dgm:pt>
    <dgm:pt modelId="{A28CC6A1-92AE-452B-AE92-558D97E17740}" type="pres">
      <dgm:prSet presAssocID="{E47C5C79-CF8D-4B3A-AB24-E68ED2A9254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ffic cone"/>
        </a:ext>
      </dgm:extLst>
    </dgm:pt>
    <dgm:pt modelId="{8E45990F-E52F-407F-8EF7-0777BC19581F}" type="pres">
      <dgm:prSet presAssocID="{E47C5C79-CF8D-4B3A-AB24-E68ED2A92540}" presName="spaceRect" presStyleCnt="0"/>
      <dgm:spPr/>
    </dgm:pt>
    <dgm:pt modelId="{716E7D05-25E8-4B20-BBB1-8F5D51DB6957}" type="pres">
      <dgm:prSet presAssocID="{E47C5C79-CF8D-4B3A-AB24-E68ED2A92540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0028115-F335-4FF9-8935-BA09E4E79786}" srcId="{7F9C3D1E-A8E2-40AC-A614-144E4B3C0E61}" destId="{AA7A0DC3-958F-41D6-AC04-13511E534477}" srcOrd="1" destOrd="0" parTransId="{525C0648-7551-4A78-8F0C-0B1E07DAC6CC}" sibTransId="{A1A008AA-E5D1-43ED-851A-3E45EB17A3B5}"/>
    <dgm:cxn modelId="{80FD1A16-C67C-4F49-8C83-BE2D4A4D9546}" type="presOf" srcId="{CEB76B6A-1CFF-4227-9814-8E61BF9EC953}" destId="{A17A6500-2A18-4BEA-BCA3-0B457BE20445}" srcOrd="0" destOrd="0" presId="urn:microsoft.com/office/officeart/2018/2/layout/IconLabelList"/>
    <dgm:cxn modelId="{5AFBAF1A-20BC-4C2C-B41E-CB080CA11B2F}" srcId="{7F9C3D1E-A8E2-40AC-A614-144E4B3C0E61}" destId="{9BB13FC7-6AE4-4668-ABF8-83114FA6EE3E}" srcOrd="2" destOrd="0" parTransId="{DB77A20B-CA9F-4172-AA4D-DE448EC4F70F}" sibTransId="{EF258E1B-FF85-4F5B-94E5-8F1207832B4D}"/>
    <dgm:cxn modelId="{20786C39-0DE8-4ADC-BD5F-51517580C71E}" type="presOf" srcId="{AA7A0DC3-958F-41D6-AC04-13511E534477}" destId="{9F6512A1-E590-4B8D-A966-361C0F294708}" srcOrd="0" destOrd="0" presId="urn:microsoft.com/office/officeart/2018/2/layout/IconLabelList"/>
    <dgm:cxn modelId="{42363545-10A8-49AD-A3FA-CF665E42E1BD}" srcId="{7F9C3D1E-A8E2-40AC-A614-144E4B3C0E61}" destId="{E47C5C79-CF8D-4B3A-AB24-E68ED2A92540}" srcOrd="3" destOrd="0" parTransId="{1386897A-2D93-4AB9-816E-A4E842F68008}" sibTransId="{67788F25-B956-4766-B22B-1AB30A190CEA}"/>
    <dgm:cxn modelId="{240BD045-E6B9-46FB-8442-3EB5EBF9C2F3}" type="presOf" srcId="{E47C5C79-CF8D-4B3A-AB24-E68ED2A92540}" destId="{716E7D05-25E8-4B20-BBB1-8F5D51DB6957}" srcOrd="0" destOrd="0" presId="urn:microsoft.com/office/officeart/2018/2/layout/IconLabelList"/>
    <dgm:cxn modelId="{15816283-627A-4387-B7AA-CAAFCB70942B}" srcId="{7F9C3D1E-A8E2-40AC-A614-144E4B3C0E61}" destId="{CEB76B6A-1CFF-4227-9814-8E61BF9EC953}" srcOrd="0" destOrd="0" parTransId="{F5A0DAC8-83DE-4E98-B110-C8CCCBFC88B1}" sibTransId="{9EF69292-8447-4821-9DAA-34FC8B0F6C30}"/>
    <dgm:cxn modelId="{0CD39EA1-3C0E-4C98-856B-1EDBF21B6350}" type="presOf" srcId="{9BB13FC7-6AE4-4668-ABF8-83114FA6EE3E}" destId="{FC81D03D-7886-47B4-84BA-8C1D3D61926D}" srcOrd="0" destOrd="0" presId="urn:microsoft.com/office/officeart/2018/2/layout/IconLabelList"/>
    <dgm:cxn modelId="{7E4A69FA-486C-4B4E-9B33-D2740B634ED3}" type="presOf" srcId="{7F9C3D1E-A8E2-40AC-A614-144E4B3C0E61}" destId="{347FC975-CD9C-4C68-976A-462DA667E78C}" srcOrd="0" destOrd="0" presId="urn:microsoft.com/office/officeart/2018/2/layout/IconLabelList"/>
    <dgm:cxn modelId="{1E05EFC5-5D10-4242-A8FC-79E7A1F18C84}" type="presParOf" srcId="{347FC975-CD9C-4C68-976A-462DA667E78C}" destId="{398FC859-BFC9-447C-947B-1B69E06FFFD3}" srcOrd="0" destOrd="0" presId="urn:microsoft.com/office/officeart/2018/2/layout/IconLabelList"/>
    <dgm:cxn modelId="{A2546887-BCBD-4B3B-B9B6-65EEE98C511A}" type="presParOf" srcId="{398FC859-BFC9-447C-947B-1B69E06FFFD3}" destId="{CB3B172F-23F1-4A27-8D8B-1487E87634E6}" srcOrd="0" destOrd="0" presId="urn:microsoft.com/office/officeart/2018/2/layout/IconLabelList"/>
    <dgm:cxn modelId="{5EEC51F5-0F44-420B-879A-F015F0748805}" type="presParOf" srcId="{398FC859-BFC9-447C-947B-1B69E06FFFD3}" destId="{0B1BFAD1-844F-48A7-BDE8-752BB9096F48}" srcOrd="1" destOrd="0" presId="urn:microsoft.com/office/officeart/2018/2/layout/IconLabelList"/>
    <dgm:cxn modelId="{D697C6BC-50F0-4DA7-A350-038D9B23F567}" type="presParOf" srcId="{398FC859-BFC9-447C-947B-1B69E06FFFD3}" destId="{A17A6500-2A18-4BEA-BCA3-0B457BE20445}" srcOrd="2" destOrd="0" presId="urn:microsoft.com/office/officeart/2018/2/layout/IconLabelList"/>
    <dgm:cxn modelId="{63A18B62-B3D1-442E-A525-19CC6C812187}" type="presParOf" srcId="{347FC975-CD9C-4C68-976A-462DA667E78C}" destId="{985FC2F8-4DCB-4E26-BD8B-DF09C7DE14B3}" srcOrd="1" destOrd="0" presId="urn:microsoft.com/office/officeart/2018/2/layout/IconLabelList"/>
    <dgm:cxn modelId="{7533D712-53AE-4397-AD8C-CF58FD144715}" type="presParOf" srcId="{347FC975-CD9C-4C68-976A-462DA667E78C}" destId="{4001954D-0E38-49C1-A952-32180758DFF1}" srcOrd="2" destOrd="0" presId="urn:microsoft.com/office/officeart/2018/2/layout/IconLabelList"/>
    <dgm:cxn modelId="{EB400B47-1048-4171-86B1-EE4BE8C79D42}" type="presParOf" srcId="{4001954D-0E38-49C1-A952-32180758DFF1}" destId="{AE5A3CFB-94E7-4839-B684-D25A1869C17C}" srcOrd="0" destOrd="0" presId="urn:microsoft.com/office/officeart/2018/2/layout/IconLabelList"/>
    <dgm:cxn modelId="{87193FA1-482F-4212-A7D4-9B95379D61F3}" type="presParOf" srcId="{4001954D-0E38-49C1-A952-32180758DFF1}" destId="{DFEAA9D1-0ADA-44E6-AFD5-3D13EFF3EF16}" srcOrd="1" destOrd="0" presId="urn:microsoft.com/office/officeart/2018/2/layout/IconLabelList"/>
    <dgm:cxn modelId="{C9DE5F96-0B56-4516-9697-A5AC7EBFC1A6}" type="presParOf" srcId="{4001954D-0E38-49C1-A952-32180758DFF1}" destId="{9F6512A1-E590-4B8D-A966-361C0F294708}" srcOrd="2" destOrd="0" presId="urn:microsoft.com/office/officeart/2018/2/layout/IconLabelList"/>
    <dgm:cxn modelId="{8336C817-8A8A-4709-B012-7A8B3BF77E1F}" type="presParOf" srcId="{347FC975-CD9C-4C68-976A-462DA667E78C}" destId="{D9662260-0242-4016-8A2E-4F5C430539BC}" srcOrd="3" destOrd="0" presId="urn:microsoft.com/office/officeart/2018/2/layout/IconLabelList"/>
    <dgm:cxn modelId="{0AF90E0A-6844-4A9C-8544-6D53AB81471C}" type="presParOf" srcId="{347FC975-CD9C-4C68-976A-462DA667E78C}" destId="{2728A5CA-06F7-457D-A1CF-6C10F34F74D6}" srcOrd="4" destOrd="0" presId="urn:microsoft.com/office/officeart/2018/2/layout/IconLabelList"/>
    <dgm:cxn modelId="{F167A96C-DA10-483C-B4EF-1329C24A24C8}" type="presParOf" srcId="{2728A5CA-06F7-457D-A1CF-6C10F34F74D6}" destId="{196CE04F-73FE-4007-905E-34631E221373}" srcOrd="0" destOrd="0" presId="urn:microsoft.com/office/officeart/2018/2/layout/IconLabelList"/>
    <dgm:cxn modelId="{C83FC526-68FF-4574-BE3B-7B762DE00F0A}" type="presParOf" srcId="{2728A5CA-06F7-457D-A1CF-6C10F34F74D6}" destId="{3BFE3836-7D7F-497E-A8D0-57A9B3494183}" srcOrd="1" destOrd="0" presId="urn:microsoft.com/office/officeart/2018/2/layout/IconLabelList"/>
    <dgm:cxn modelId="{02F658D7-4DEA-477A-BA43-36CEC394EC3F}" type="presParOf" srcId="{2728A5CA-06F7-457D-A1CF-6C10F34F74D6}" destId="{FC81D03D-7886-47B4-84BA-8C1D3D61926D}" srcOrd="2" destOrd="0" presId="urn:microsoft.com/office/officeart/2018/2/layout/IconLabelList"/>
    <dgm:cxn modelId="{60B4E094-7504-40A0-8586-DC624AD13F2D}" type="presParOf" srcId="{347FC975-CD9C-4C68-976A-462DA667E78C}" destId="{D2DB2787-DD3C-415E-8BEC-29091017FA73}" srcOrd="5" destOrd="0" presId="urn:microsoft.com/office/officeart/2018/2/layout/IconLabelList"/>
    <dgm:cxn modelId="{82B84A64-A685-4674-9712-B2FA91163BF0}" type="presParOf" srcId="{347FC975-CD9C-4C68-976A-462DA667E78C}" destId="{C6237742-23C0-4A7F-B17F-1A635FDF170B}" srcOrd="6" destOrd="0" presId="urn:microsoft.com/office/officeart/2018/2/layout/IconLabelList"/>
    <dgm:cxn modelId="{27033E47-D9F1-472E-9EEF-DC69430A001C}" type="presParOf" srcId="{C6237742-23C0-4A7F-B17F-1A635FDF170B}" destId="{A28CC6A1-92AE-452B-AE92-558D97E17740}" srcOrd="0" destOrd="0" presId="urn:microsoft.com/office/officeart/2018/2/layout/IconLabelList"/>
    <dgm:cxn modelId="{BAA987B4-A5CB-473F-83A3-CBC908C33561}" type="presParOf" srcId="{C6237742-23C0-4A7F-B17F-1A635FDF170B}" destId="{8E45990F-E52F-407F-8EF7-0777BC19581F}" srcOrd="1" destOrd="0" presId="urn:microsoft.com/office/officeart/2018/2/layout/IconLabelList"/>
    <dgm:cxn modelId="{D192756E-5F63-44B9-9089-69ECE3675570}" type="presParOf" srcId="{C6237742-23C0-4A7F-B17F-1A635FDF170B}" destId="{716E7D05-25E8-4B20-BBB1-8F5D51DB695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D9156E9-C060-4E16-A068-F91FD4BDB2C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5783CE1-FB9E-4258-A559-C15FFF1EF8AF}">
      <dgm:prSet/>
      <dgm:spPr/>
      <dgm:t>
        <a:bodyPr/>
        <a:lstStyle/>
        <a:p>
          <a:r>
            <a:rPr lang="en-US"/>
            <a:t>- Participação e produto do grupo.</a:t>
          </a:r>
        </a:p>
      </dgm:t>
    </dgm:pt>
    <dgm:pt modelId="{6E61518A-8BB8-47E8-879B-BE192220D61F}" type="parTrans" cxnId="{6C18AB56-B8C2-4413-942A-1C6DEA188795}">
      <dgm:prSet/>
      <dgm:spPr/>
      <dgm:t>
        <a:bodyPr/>
        <a:lstStyle/>
        <a:p>
          <a:endParaRPr lang="en-US"/>
        </a:p>
      </dgm:t>
    </dgm:pt>
    <dgm:pt modelId="{C6112B74-D7DA-473F-9B0E-60874D35106A}" type="sibTrans" cxnId="{6C18AB56-B8C2-4413-942A-1C6DEA188795}">
      <dgm:prSet/>
      <dgm:spPr/>
      <dgm:t>
        <a:bodyPr/>
        <a:lstStyle/>
        <a:p>
          <a:endParaRPr lang="en-US"/>
        </a:p>
      </dgm:t>
    </dgm:pt>
    <dgm:pt modelId="{E3D1D528-E2B5-42B2-8522-7B9F5813F445}">
      <dgm:prSet/>
      <dgm:spPr/>
      <dgm:t>
        <a:bodyPr/>
        <a:lstStyle/>
        <a:p>
          <a:r>
            <a:rPr lang="en-US"/>
            <a:t>- Rubrica de 10 pontos (identificação da fase, análise, intervenção, teoria, comunicação).</a:t>
          </a:r>
        </a:p>
      </dgm:t>
    </dgm:pt>
    <dgm:pt modelId="{1A1BE219-2245-433D-8432-08BEEC225BE9}" type="parTrans" cxnId="{1F156003-C64B-48EB-846C-FA605E743A82}">
      <dgm:prSet/>
      <dgm:spPr/>
      <dgm:t>
        <a:bodyPr/>
        <a:lstStyle/>
        <a:p>
          <a:endParaRPr lang="en-US"/>
        </a:p>
      </dgm:t>
    </dgm:pt>
    <dgm:pt modelId="{0A664C3C-9C75-48CD-8C4D-E0DB81E44270}" type="sibTrans" cxnId="{1F156003-C64B-48EB-846C-FA605E743A82}">
      <dgm:prSet/>
      <dgm:spPr/>
      <dgm:t>
        <a:bodyPr/>
        <a:lstStyle/>
        <a:p>
          <a:endParaRPr lang="en-US"/>
        </a:p>
      </dgm:t>
    </dgm:pt>
    <dgm:pt modelId="{F1825BB6-C16D-4653-A9E3-92E5974C6CD8}" type="pres">
      <dgm:prSet presAssocID="{BD9156E9-C060-4E16-A068-F91FD4BDB2C0}" presName="root" presStyleCnt="0">
        <dgm:presLayoutVars>
          <dgm:dir/>
          <dgm:resizeHandles val="exact"/>
        </dgm:presLayoutVars>
      </dgm:prSet>
      <dgm:spPr/>
    </dgm:pt>
    <dgm:pt modelId="{5EA3C528-7872-4BB0-905A-C706F97B6B56}" type="pres">
      <dgm:prSet presAssocID="{85783CE1-FB9E-4258-A559-C15FFF1EF8AF}" presName="compNode" presStyleCnt="0"/>
      <dgm:spPr/>
    </dgm:pt>
    <dgm:pt modelId="{61515BD2-AF69-4906-9D25-833069CA8A3E}" type="pres">
      <dgm:prSet presAssocID="{85783CE1-FB9E-4258-A559-C15FFF1EF8AF}" presName="bgRect" presStyleLbl="bgShp" presStyleIdx="0" presStyleCnt="2"/>
      <dgm:spPr/>
    </dgm:pt>
    <dgm:pt modelId="{FA7E8AC2-FED0-4C31-A059-259A7BEA0841}" type="pres">
      <dgm:prSet presAssocID="{85783CE1-FB9E-4258-A559-C15FFF1EF8A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união"/>
        </a:ext>
      </dgm:extLst>
    </dgm:pt>
    <dgm:pt modelId="{5A290BB2-D9A5-4E75-A469-12889D104922}" type="pres">
      <dgm:prSet presAssocID="{85783CE1-FB9E-4258-A559-C15FFF1EF8AF}" presName="spaceRect" presStyleCnt="0"/>
      <dgm:spPr/>
    </dgm:pt>
    <dgm:pt modelId="{8DAAA35B-FDB9-4E46-A8BC-B51ADCA62749}" type="pres">
      <dgm:prSet presAssocID="{85783CE1-FB9E-4258-A559-C15FFF1EF8AF}" presName="parTx" presStyleLbl="revTx" presStyleIdx="0" presStyleCnt="2">
        <dgm:presLayoutVars>
          <dgm:chMax val="0"/>
          <dgm:chPref val="0"/>
        </dgm:presLayoutVars>
      </dgm:prSet>
      <dgm:spPr/>
    </dgm:pt>
    <dgm:pt modelId="{C7D92FDD-35AB-4380-9264-A0CCA34CAA53}" type="pres">
      <dgm:prSet presAssocID="{C6112B74-D7DA-473F-9B0E-60874D35106A}" presName="sibTrans" presStyleCnt="0"/>
      <dgm:spPr/>
    </dgm:pt>
    <dgm:pt modelId="{31A24364-7315-43E4-BF83-529B253F7B43}" type="pres">
      <dgm:prSet presAssocID="{E3D1D528-E2B5-42B2-8522-7B9F5813F445}" presName="compNode" presStyleCnt="0"/>
      <dgm:spPr/>
    </dgm:pt>
    <dgm:pt modelId="{6B4B2339-5C03-4218-9DE4-C1E8360052C2}" type="pres">
      <dgm:prSet presAssocID="{E3D1D528-E2B5-42B2-8522-7B9F5813F445}" presName="bgRect" presStyleLbl="bgShp" presStyleIdx="1" presStyleCnt="2"/>
      <dgm:spPr/>
    </dgm:pt>
    <dgm:pt modelId="{24560D52-0AFC-4391-B473-FAD9AEC31BFB}" type="pres">
      <dgm:prSet presAssocID="{E3D1D528-E2B5-42B2-8522-7B9F5813F445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uzzle Pieces"/>
        </a:ext>
      </dgm:extLst>
    </dgm:pt>
    <dgm:pt modelId="{AC5AD5F3-8773-465B-BDE4-2F8868EEDCDF}" type="pres">
      <dgm:prSet presAssocID="{E3D1D528-E2B5-42B2-8522-7B9F5813F445}" presName="spaceRect" presStyleCnt="0"/>
      <dgm:spPr/>
    </dgm:pt>
    <dgm:pt modelId="{BD9F0909-DCAE-48AF-9781-1B89DA5B771D}" type="pres">
      <dgm:prSet presAssocID="{E3D1D528-E2B5-42B2-8522-7B9F5813F445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1F156003-C64B-48EB-846C-FA605E743A82}" srcId="{BD9156E9-C060-4E16-A068-F91FD4BDB2C0}" destId="{E3D1D528-E2B5-42B2-8522-7B9F5813F445}" srcOrd="1" destOrd="0" parTransId="{1A1BE219-2245-433D-8432-08BEEC225BE9}" sibTransId="{0A664C3C-9C75-48CD-8C4D-E0DB81E44270}"/>
    <dgm:cxn modelId="{A2D28214-1077-45A3-9677-092AF2B128EF}" type="presOf" srcId="{BD9156E9-C060-4E16-A068-F91FD4BDB2C0}" destId="{F1825BB6-C16D-4653-A9E3-92E5974C6CD8}" srcOrd="0" destOrd="0" presId="urn:microsoft.com/office/officeart/2018/2/layout/IconVerticalSolidList"/>
    <dgm:cxn modelId="{6C18AB56-B8C2-4413-942A-1C6DEA188795}" srcId="{BD9156E9-C060-4E16-A068-F91FD4BDB2C0}" destId="{85783CE1-FB9E-4258-A559-C15FFF1EF8AF}" srcOrd="0" destOrd="0" parTransId="{6E61518A-8BB8-47E8-879B-BE192220D61F}" sibTransId="{C6112B74-D7DA-473F-9B0E-60874D35106A}"/>
    <dgm:cxn modelId="{59D08697-1F39-4413-A1BB-F5828EB0F6D7}" type="presOf" srcId="{E3D1D528-E2B5-42B2-8522-7B9F5813F445}" destId="{BD9F0909-DCAE-48AF-9781-1B89DA5B771D}" srcOrd="0" destOrd="0" presId="urn:microsoft.com/office/officeart/2018/2/layout/IconVerticalSolidList"/>
    <dgm:cxn modelId="{1E0573C2-7630-4B43-B081-B136BD3E1DF4}" type="presOf" srcId="{85783CE1-FB9E-4258-A559-C15FFF1EF8AF}" destId="{8DAAA35B-FDB9-4E46-A8BC-B51ADCA62749}" srcOrd="0" destOrd="0" presId="urn:microsoft.com/office/officeart/2018/2/layout/IconVerticalSolidList"/>
    <dgm:cxn modelId="{8B2730E2-5BE5-4E91-AC1F-237E27E61407}" type="presParOf" srcId="{F1825BB6-C16D-4653-A9E3-92E5974C6CD8}" destId="{5EA3C528-7872-4BB0-905A-C706F97B6B56}" srcOrd="0" destOrd="0" presId="urn:microsoft.com/office/officeart/2018/2/layout/IconVerticalSolidList"/>
    <dgm:cxn modelId="{596A75FB-E241-4C17-A48D-5F6561C20545}" type="presParOf" srcId="{5EA3C528-7872-4BB0-905A-C706F97B6B56}" destId="{61515BD2-AF69-4906-9D25-833069CA8A3E}" srcOrd="0" destOrd="0" presId="urn:microsoft.com/office/officeart/2018/2/layout/IconVerticalSolidList"/>
    <dgm:cxn modelId="{859E64C0-28B5-4E07-9AFE-832DFB3459C2}" type="presParOf" srcId="{5EA3C528-7872-4BB0-905A-C706F97B6B56}" destId="{FA7E8AC2-FED0-4C31-A059-259A7BEA0841}" srcOrd="1" destOrd="0" presId="urn:microsoft.com/office/officeart/2018/2/layout/IconVerticalSolidList"/>
    <dgm:cxn modelId="{71D316A1-5B15-4A91-8E71-B4E8D0319A1A}" type="presParOf" srcId="{5EA3C528-7872-4BB0-905A-C706F97B6B56}" destId="{5A290BB2-D9A5-4E75-A469-12889D104922}" srcOrd="2" destOrd="0" presId="urn:microsoft.com/office/officeart/2018/2/layout/IconVerticalSolidList"/>
    <dgm:cxn modelId="{69710A05-B969-464F-923F-ED49F0F84201}" type="presParOf" srcId="{5EA3C528-7872-4BB0-905A-C706F97B6B56}" destId="{8DAAA35B-FDB9-4E46-A8BC-B51ADCA62749}" srcOrd="3" destOrd="0" presId="urn:microsoft.com/office/officeart/2018/2/layout/IconVerticalSolidList"/>
    <dgm:cxn modelId="{4B9FA755-D417-4026-A4E6-3B9689DF6F80}" type="presParOf" srcId="{F1825BB6-C16D-4653-A9E3-92E5974C6CD8}" destId="{C7D92FDD-35AB-4380-9264-A0CCA34CAA53}" srcOrd="1" destOrd="0" presId="urn:microsoft.com/office/officeart/2018/2/layout/IconVerticalSolidList"/>
    <dgm:cxn modelId="{27E524A3-2017-4B19-B39C-3BDB2F3D7791}" type="presParOf" srcId="{F1825BB6-C16D-4653-A9E3-92E5974C6CD8}" destId="{31A24364-7315-43E4-BF83-529B253F7B43}" srcOrd="2" destOrd="0" presId="urn:microsoft.com/office/officeart/2018/2/layout/IconVerticalSolidList"/>
    <dgm:cxn modelId="{6593A8FE-009D-4FBE-9497-8F93A6D901D0}" type="presParOf" srcId="{31A24364-7315-43E4-BF83-529B253F7B43}" destId="{6B4B2339-5C03-4218-9DE4-C1E8360052C2}" srcOrd="0" destOrd="0" presId="urn:microsoft.com/office/officeart/2018/2/layout/IconVerticalSolidList"/>
    <dgm:cxn modelId="{5B574C1C-423B-4D29-A018-649E98564949}" type="presParOf" srcId="{31A24364-7315-43E4-BF83-529B253F7B43}" destId="{24560D52-0AFC-4391-B473-FAD9AEC31BFB}" srcOrd="1" destOrd="0" presId="urn:microsoft.com/office/officeart/2018/2/layout/IconVerticalSolidList"/>
    <dgm:cxn modelId="{3BA64869-873D-4A15-AD8F-B851BAFEB02A}" type="presParOf" srcId="{31A24364-7315-43E4-BF83-529B253F7B43}" destId="{AC5AD5F3-8773-465B-BDE4-2F8868EEDCDF}" srcOrd="2" destOrd="0" presId="urn:microsoft.com/office/officeart/2018/2/layout/IconVerticalSolidList"/>
    <dgm:cxn modelId="{83D29344-42A7-45FF-8EB9-926AD049D0F2}" type="presParOf" srcId="{31A24364-7315-43E4-BF83-529B253F7B43}" destId="{BD9F0909-DCAE-48AF-9781-1B89DA5B771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1B5CE4-C1BC-464D-8577-E4F378901201}">
      <dsp:nvSpPr>
        <dsp:cNvPr id="0" name=""/>
        <dsp:cNvSpPr/>
      </dsp:nvSpPr>
      <dsp:spPr>
        <a:xfrm>
          <a:off x="0" y="2185"/>
          <a:ext cx="5124159" cy="110745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7776A1-E2BC-4F9A-9734-C0A2F01DBF54}">
      <dsp:nvSpPr>
        <dsp:cNvPr id="0" name=""/>
        <dsp:cNvSpPr/>
      </dsp:nvSpPr>
      <dsp:spPr>
        <a:xfrm>
          <a:off x="335004" y="251362"/>
          <a:ext cx="609099" cy="60909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E9278E-E6B4-4A4F-BB19-67F0240F7023}">
      <dsp:nvSpPr>
        <dsp:cNvPr id="0" name=""/>
        <dsp:cNvSpPr/>
      </dsp:nvSpPr>
      <dsp:spPr>
        <a:xfrm>
          <a:off x="1279109" y="2185"/>
          <a:ext cx="3845049" cy="11074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206" tIns="117206" rIns="117206" bIns="117206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- Introduzir conceitos centrais do desenvolvimento humano.</a:t>
          </a:r>
        </a:p>
      </dsp:txBody>
      <dsp:txXfrm>
        <a:off x="1279109" y="2185"/>
        <a:ext cx="3845049" cy="1107454"/>
      </dsp:txXfrm>
    </dsp:sp>
    <dsp:sp modelId="{C3D44CE5-F257-410A-8AD0-956A4AA1D0A1}">
      <dsp:nvSpPr>
        <dsp:cNvPr id="0" name=""/>
        <dsp:cNvSpPr/>
      </dsp:nvSpPr>
      <dsp:spPr>
        <a:xfrm>
          <a:off x="0" y="1386503"/>
          <a:ext cx="5124159" cy="110745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89AF23-E6F4-4187-B103-CF1CB302CE68}">
      <dsp:nvSpPr>
        <dsp:cNvPr id="0" name=""/>
        <dsp:cNvSpPr/>
      </dsp:nvSpPr>
      <dsp:spPr>
        <a:xfrm>
          <a:off x="335004" y="1635680"/>
          <a:ext cx="609099" cy="60909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E2D53C-45BC-4A24-A83D-8ACDBC87CE55}">
      <dsp:nvSpPr>
        <dsp:cNvPr id="0" name=""/>
        <dsp:cNvSpPr/>
      </dsp:nvSpPr>
      <dsp:spPr>
        <a:xfrm>
          <a:off x="1279109" y="1386503"/>
          <a:ext cx="3845049" cy="11074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206" tIns="117206" rIns="117206" bIns="117206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- Comparar Piaget, Vygotsky, Erikson, Bowlby.</a:t>
          </a:r>
        </a:p>
      </dsp:txBody>
      <dsp:txXfrm>
        <a:off x="1279109" y="1386503"/>
        <a:ext cx="3845049" cy="1107454"/>
      </dsp:txXfrm>
    </dsp:sp>
    <dsp:sp modelId="{38639911-D444-4CAC-AEA1-6CEFEE3F9ABD}">
      <dsp:nvSpPr>
        <dsp:cNvPr id="0" name=""/>
        <dsp:cNvSpPr/>
      </dsp:nvSpPr>
      <dsp:spPr>
        <a:xfrm>
          <a:off x="0" y="2770821"/>
          <a:ext cx="5124159" cy="110745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E456DD-E60B-4E68-A4BC-B6D2FFE4EEC1}">
      <dsp:nvSpPr>
        <dsp:cNvPr id="0" name=""/>
        <dsp:cNvSpPr/>
      </dsp:nvSpPr>
      <dsp:spPr>
        <a:xfrm>
          <a:off x="335004" y="3019998"/>
          <a:ext cx="609099" cy="60909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3C95AA-A70D-47CA-B2CD-FF083900B6B2}">
      <dsp:nvSpPr>
        <dsp:cNvPr id="0" name=""/>
        <dsp:cNvSpPr/>
      </dsp:nvSpPr>
      <dsp:spPr>
        <a:xfrm>
          <a:off x="1279109" y="2770821"/>
          <a:ext cx="3845049" cy="11074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206" tIns="117206" rIns="117206" bIns="117206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- Refletir sobre ética e cultura nas intervenções.</a:t>
          </a:r>
        </a:p>
      </dsp:txBody>
      <dsp:txXfrm>
        <a:off x="1279109" y="2770821"/>
        <a:ext cx="3845049" cy="1107454"/>
      </dsp:txXfrm>
    </dsp:sp>
    <dsp:sp modelId="{3F0EA380-6AC0-45E2-918C-2F10DEB28188}">
      <dsp:nvSpPr>
        <dsp:cNvPr id="0" name=""/>
        <dsp:cNvSpPr/>
      </dsp:nvSpPr>
      <dsp:spPr>
        <a:xfrm>
          <a:off x="0" y="4155139"/>
          <a:ext cx="5124159" cy="110745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A33F49-A876-4D93-8491-53739D9305CF}">
      <dsp:nvSpPr>
        <dsp:cNvPr id="0" name=""/>
        <dsp:cNvSpPr/>
      </dsp:nvSpPr>
      <dsp:spPr>
        <a:xfrm>
          <a:off x="335004" y="4404316"/>
          <a:ext cx="609099" cy="60909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3830E9-CE69-4A65-AE0B-93E0E4D4C3FC}">
      <dsp:nvSpPr>
        <dsp:cNvPr id="0" name=""/>
        <dsp:cNvSpPr/>
      </dsp:nvSpPr>
      <dsp:spPr>
        <a:xfrm>
          <a:off x="1279109" y="4155139"/>
          <a:ext cx="3845049" cy="11074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206" tIns="117206" rIns="117206" bIns="117206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- Estimular participação e colaboração.</a:t>
          </a:r>
        </a:p>
      </dsp:txBody>
      <dsp:txXfrm>
        <a:off x="1279109" y="4155139"/>
        <a:ext cx="3845049" cy="110745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233ACD-AD0E-4650-A677-290AC0441FD6}">
      <dsp:nvSpPr>
        <dsp:cNvPr id="0" name=""/>
        <dsp:cNvSpPr/>
      </dsp:nvSpPr>
      <dsp:spPr>
        <a:xfrm>
          <a:off x="0" y="4113"/>
          <a:ext cx="5124159" cy="87609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190AD6-BE7D-4DBA-A48D-05D02D79993F}">
      <dsp:nvSpPr>
        <dsp:cNvPr id="0" name=""/>
        <dsp:cNvSpPr/>
      </dsp:nvSpPr>
      <dsp:spPr>
        <a:xfrm>
          <a:off x="265017" y="201233"/>
          <a:ext cx="481850" cy="4818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EF062C-DDE9-4AB1-BDFB-0E4D81FA0718}">
      <dsp:nvSpPr>
        <dsp:cNvPr id="0" name=""/>
        <dsp:cNvSpPr/>
      </dsp:nvSpPr>
      <dsp:spPr>
        <a:xfrm>
          <a:off x="1011886" y="4113"/>
          <a:ext cx="4112272" cy="876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720" tIns="92720" rIns="92720" bIns="9272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Identificar conceitos-chave.</a:t>
          </a:r>
        </a:p>
      </dsp:txBody>
      <dsp:txXfrm>
        <a:off x="1011886" y="4113"/>
        <a:ext cx="4112272" cy="876092"/>
      </dsp:txXfrm>
    </dsp:sp>
    <dsp:sp modelId="{5F11E961-1E4D-4B10-969C-F8B26881D7E6}">
      <dsp:nvSpPr>
        <dsp:cNvPr id="0" name=""/>
        <dsp:cNvSpPr/>
      </dsp:nvSpPr>
      <dsp:spPr>
        <a:xfrm>
          <a:off x="0" y="1099228"/>
          <a:ext cx="5124159" cy="87609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BD8635-6AA4-4A80-91ED-5C788DACA857}">
      <dsp:nvSpPr>
        <dsp:cNvPr id="0" name=""/>
        <dsp:cNvSpPr/>
      </dsp:nvSpPr>
      <dsp:spPr>
        <a:xfrm>
          <a:off x="265017" y="1296349"/>
          <a:ext cx="481850" cy="4818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9F31FB-FB94-41E0-9303-C3C9BB5D3953}">
      <dsp:nvSpPr>
        <dsp:cNvPr id="0" name=""/>
        <dsp:cNvSpPr/>
      </dsp:nvSpPr>
      <dsp:spPr>
        <a:xfrm>
          <a:off x="1011886" y="1099228"/>
          <a:ext cx="4112272" cy="876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720" tIns="92720" rIns="92720" bIns="9272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Analisar vantagens e limitações teóricas.</a:t>
          </a:r>
        </a:p>
      </dsp:txBody>
      <dsp:txXfrm>
        <a:off x="1011886" y="1099228"/>
        <a:ext cx="4112272" cy="876092"/>
      </dsp:txXfrm>
    </dsp:sp>
    <dsp:sp modelId="{43220F10-84A0-40EB-9ECB-FCEF6FE7E31A}">
      <dsp:nvSpPr>
        <dsp:cNvPr id="0" name=""/>
        <dsp:cNvSpPr/>
      </dsp:nvSpPr>
      <dsp:spPr>
        <a:xfrm>
          <a:off x="0" y="2194343"/>
          <a:ext cx="5124159" cy="87609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0E6067-32C2-4E5A-A71B-C3A0D46584FD}">
      <dsp:nvSpPr>
        <dsp:cNvPr id="0" name=""/>
        <dsp:cNvSpPr/>
      </dsp:nvSpPr>
      <dsp:spPr>
        <a:xfrm>
          <a:off x="265017" y="2391464"/>
          <a:ext cx="481850" cy="4818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652144-59BB-4D34-9564-71EEB9A2ECF7}">
      <dsp:nvSpPr>
        <dsp:cNvPr id="0" name=""/>
        <dsp:cNvSpPr/>
      </dsp:nvSpPr>
      <dsp:spPr>
        <a:xfrm>
          <a:off x="1011886" y="2194343"/>
          <a:ext cx="4112272" cy="876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720" tIns="92720" rIns="92720" bIns="9272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Expor argumentos.</a:t>
          </a:r>
        </a:p>
      </dsp:txBody>
      <dsp:txXfrm>
        <a:off x="1011886" y="2194343"/>
        <a:ext cx="4112272" cy="876092"/>
      </dsp:txXfrm>
    </dsp:sp>
    <dsp:sp modelId="{49DBFC27-C087-4200-A6AF-2B183BB74EEC}">
      <dsp:nvSpPr>
        <dsp:cNvPr id="0" name=""/>
        <dsp:cNvSpPr/>
      </dsp:nvSpPr>
      <dsp:spPr>
        <a:xfrm>
          <a:off x="0" y="3289458"/>
          <a:ext cx="5124159" cy="87609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6F4530-23A6-48DF-94D0-DD524F3B74D6}">
      <dsp:nvSpPr>
        <dsp:cNvPr id="0" name=""/>
        <dsp:cNvSpPr/>
      </dsp:nvSpPr>
      <dsp:spPr>
        <a:xfrm>
          <a:off x="265017" y="3486579"/>
          <a:ext cx="481850" cy="48185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E6A61B-98CD-4215-B50C-EF46803580E3}">
      <dsp:nvSpPr>
        <dsp:cNvPr id="0" name=""/>
        <dsp:cNvSpPr/>
      </dsp:nvSpPr>
      <dsp:spPr>
        <a:xfrm>
          <a:off x="1011886" y="3289458"/>
          <a:ext cx="4112272" cy="876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720" tIns="92720" rIns="92720" bIns="9272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Colaborar em estudo de caso.</a:t>
          </a:r>
        </a:p>
      </dsp:txBody>
      <dsp:txXfrm>
        <a:off x="1011886" y="3289458"/>
        <a:ext cx="4112272" cy="876092"/>
      </dsp:txXfrm>
    </dsp:sp>
    <dsp:sp modelId="{69422A3E-F663-4D13-A306-7AE4F9FADD3E}">
      <dsp:nvSpPr>
        <dsp:cNvPr id="0" name=""/>
        <dsp:cNvSpPr/>
      </dsp:nvSpPr>
      <dsp:spPr>
        <a:xfrm>
          <a:off x="0" y="4384573"/>
          <a:ext cx="5124159" cy="87609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F04CD2-8655-4311-8BD7-66E362F986E1}">
      <dsp:nvSpPr>
        <dsp:cNvPr id="0" name=""/>
        <dsp:cNvSpPr/>
      </dsp:nvSpPr>
      <dsp:spPr>
        <a:xfrm>
          <a:off x="265017" y="4581694"/>
          <a:ext cx="481850" cy="48185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33EFB6-6B89-4D0D-B92D-15E48E2A3CEA}">
      <dsp:nvSpPr>
        <dsp:cNvPr id="0" name=""/>
        <dsp:cNvSpPr/>
      </dsp:nvSpPr>
      <dsp:spPr>
        <a:xfrm>
          <a:off x="1011886" y="4384573"/>
          <a:ext cx="4112272" cy="876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720" tIns="92720" rIns="92720" bIns="9272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Propor intervenções adequadas.</a:t>
          </a:r>
        </a:p>
      </dsp:txBody>
      <dsp:txXfrm>
        <a:off x="1011886" y="4384573"/>
        <a:ext cx="4112272" cy="87609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579572-C989-4A30-8174-A077CF19F4DD}">
      <dsp:nvSpPr>
        <dsp:cNvPr id="0" name=""/>
        <dsp:cNvSpPr/>
      </dsp:nvSpPr>
      <dsp:spPr>
        <a:xfrm>
          <a:off x="0" y="5567"/>
          <a:ext cx="5124159" cy="993128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0–7 min: Abertura.</a:t>
          </a:r>
        </a:p>
      </dsp:txBody>
      <dsp:txXfrm>
        <a:off x="48481" y="54048"/>
        <a:ext cx="5027197" cy="896166"/>
      </dsp:txXfrm>
    </dsp:sp>
    <dsp:sp modelId="{37A41AD7-4FFC-4E69-AC04-3A622B18C00F}">
      <dsp:nvSpPr>
        <dsp:cNvPr id="0" name=""/>
        <dsp:cNvSpPr/>
      </dsp:nvSpPr>
      <dsp:spPr>
        <a:xfrm>
          <a:off x="0" y="1070696"/>
          <a:ext cx="5124159" cy="993128"/>
        </a:xfrm>
        <a:prstGeom prst="roundRect">
          <a:avLst/>
        </a:prstGeom>
        <a:gradFill rotWithShape="0">
          <a:gsLst>
            <a:gs pos="0">
              <a:schemeClr val="accent2">
                <a:hueOff val="113291"/>
                <a:satOff val="-11998"/>
                <a:lumOff val="-294"/>
                <a:alphaOff val="0"/>
                <a:tint val="96000"/>
                <a:lumMod val="104000"/>
              </a:schemeClr>
            </a:gs>
            <a:gs pos="100000">
              <a:schemeClr val="accent2">
                <a:hueOff val="113291"/>
                <a:satOff val="-11998"/>
                <a:lumOff val="-294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7–18 min: Minipalestra — teorias do desenvolvimento.</a:t>
          </a:r>
        </a:p>
      </dsp:txBody>
      <dsp:txXfrm>
        <a:off x="48481" y="1119177"/>
        <a:ext cx="5027197" cy="896166"/>
      </dsp:txXfrm>
    </dsp:sp>
    <dsp:sp modelId="{954AE7EC-5CF0-42D7-A6D3-C8C7F9D09723}">
      <dsp:nvSpPr>
        <dsp:cNvPr id="0" name=""/>
        <dsp:cNvSpPr/>
      </dsp:nvSpPr>
      <dsp:spPr>
        <a:xfrm>
          <a:off x="0" y="2135825"/>
          <a:ext cx="5124159" cy="993128"/>
        </a:xfrm>
        <a:prstGeom prst="roundRect">
          <a:avLst/>
        </a:prstGeom>
        <a:gradFill rotWithShape="0">
          <a:gsLst>
            <a:gs pos="0">
              <a:schemeClr val="accent2">
                <a:hueOff val="226582"/>
                <a:satOff val="-23996"/>
                <a:lumOff val="-588"/>
                <a:alphaOff val="0"/>
                <a:tint val="96000"/>
                <a:lumMod val="104000"/>
              </a:schemeClr>
            </a:gs>
            <a:gs pos="100000">
              <a:schemeClr val="accent2">
                <a:hueOff val="226582"/>
                <a:satOff val="-23996"/>
                <a:lumOff val="-588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18–30 min: Discussão guiada.</a:t>
          </a:r>
        </a:p>
      </dsp:txBody>
      <dsp:txXfrm>
        <a:off x="48481" y="2184306"/>
        <a:ext cx="5027197" cy="896166"/>
      </dsp:txXfrm>
    </dsp:sp>
    <dsp:sp modelId="{EBFCFAE7-2EA7-40DE-A65E-DDCC1BDAA3DB}">
      <dsp:nvSpPr>
        <dsp:cNvPr id="0" name=""/>
        <dsp:cNvSpPr/>
      </dsp:nvSpPr>
      <dsp:spPr>
        <a:xfrm>
          <a:off x="0" y="3200953"/>
          <a:ext cx="5124159" cy="993128"/>
        </a:xfrm>
        <a:prstGeom prst="roundRect">
          <a:avLst/>
        </a:prstGeom>
        <a:gradFill rotWithShape="0">
          <a:gsLst>
            <a:gs pos="0">
              <a:schemeClr val="accent2">
                <a:hueOff val="339874"/>
                <a:satOff val="-35995"/>
                <a:lumOff val="-882"/>
                <a:alphaOff val="0"/>
                <a:tint val="96000"/>
                <a:lumMod val="104000"/>
              </a:schemeClr>
            </a:gs>
            <a:gs pos="100000">
              <a:schemeClr val="accent2">
                <a:hueOff val="339874"/>
                <a:satOff val="-35995"/>
                <a:lumOff val="-882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30–45 min: Estudo de caso em grupos.</a:t>
          </a:r>
        </a:p>
      </dsp:txBody>
      <dsp:txXfrm>
        <a:off x="48481" y="3249434"/>
        <a:ext cx="5027197" cy="896166"/>
      </dsp:txXfrm>
    </dsp:sp>
    <dsp:sp modelId="{61D196E2-4501-4BE6-B89C-B2A3EF2D7BB9}">
      <dsp:nvSpPr>
        <dsp:cNvPr id="0" name=""/>
        <dsp:cNvSpPr/>
      </dsp:nvSpPr>
      <dsp:spPr>
        <a:xfrm>
          <a:off x="0" y="4266082"/>
          <a:ext cx="5124159" cy="993128"/>
        </a:xfrm>
        <a:prstGeom prst="roundRect">
          <a:avLst/>
        </a:prstGeom>
        <a:gradFill rotWithShape="0">
          <a:gsLst>
            <a:gs pos="0">
              <a:schemeClr val="accent2">
                <a:hueOff val="453165"/>
                <a:satOff val="-47993"/>
                <a:lumOff val="-1176"/>
                <a:alphaOff val="0"/>
                <a:tint val="96000"/>
                <a:lumMod val="104000"/>
              </a:schemeClr>
            </a:gs>
            <a:gs pos="100000">
              <a:schemeClr val="accent2">
                <a:hueOff val="453165"/>
                <a:satOff val="-47993"/>
                <a:lumOff val="-1176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45–50 min: Fechamento.</a:t>
          </a:r>
        </a:p>
      </dsp:txBody>
      <dsp:txXfrm>
        <a:off x="48481" y="4314563"/>
        <a:ext cx="5027197" cy="89616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3B172F-23F1-4A27-8D8B-1487E87634E6}">
      <dsp:nvSpPr>
        <dsp:cNvPr id="0" name=""/>
        <dsp:cNvSpPr/>
      </dsp:nvSpPr>
      <dsp:spPr>
        <a:xfrm>
          <a:off x="677567" y="262847"/>
          <a:ext cx="1043729" cy="104372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7A6500-2A18-4BEA-BCA3-0B457BE20445}">
      <dsp:nvSpPr>
        <dsp:cNvPr id="0" name=""/>
        <dsp:cNvSpPr/>
      </dsp:nvSpPr>
      <dsp:spPr>
        <a:xfrm>
          <a:off x="39732" y="1622464"/>
          <a:ext cx="231939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Aula expositiva breve.</a:t>
          </a:r>
        </a:p>
      </dsp:txBody>
      <dsp:txXfrm>
        <a:off x="39732" y="1622464"/>
        <a:ext cx="2319399" cy="720000"/>
      </dsp:txXfrm>
    </dsp:sp>
    <dsp:sp modelId="{AE5A3CFB-94E7-4839-B684-D25A1869C17C}">
      <dsp:nvSpPr>
        <dsp:cNvPr id="0" name=""/>
        <dsp:cNvSpPr/>
      </dsp:nvSpPr>
      <dsp:spPr>
        <a:xfrm>
          <a:off x="3402861" y="262847"/>
          <a:ext cx="1043729" cy="104372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6512A1-E590-4B8D-A966-361C0F294708}">
      <dsp:nvSpPr>
        <dsp:cNvPr id="0" name=""/>
        <dsp:cNvSpPr/>
      </dsp:nvSpPr>
      <dsp:spPr>
        <a:xfrm>
          <a:off x="2765026" y="1622464"/>
          <a:ext cx="231939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Discussão orientada.</a:t>
          </a:r>
        </a:p>
      </dsp:txBody>
      <dsp:txXfrm>
        <a:off x="2765026" y="1622464"/>
        <a:ext cx="2319399" cy="720000"/>
      </dsp:txXfrm>
    </dsp:sp>
    <dsp:sp modelId="{196CE04F-73FE-4007-905E-34631E221373}">
      <dsp:nvSpPr>
        <dsp:cNvPr id="0" name=""/>
        <dsp:cNvSpPr/>
      </dsp:nvSpPr>
      <dsp:spPr>
        <a:xfrm>
          <a:off x="677567" y="2922314"/>
          <a:ext cx="1043729" cy="104372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81D03D-7886-47B4-84BA-8C1D3D61926D}">
      <dsp:nvSpPr>
        <dsp:cNvPr id="0" name=""/>
        <dsp:cNvSpPr/>
      </dsp:nvSpPr>
      <dsp:spPr>
        <a:xfrm>
          <a:off x="39732" y="4281931"/>
          <a:ext cx="231939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Aprendizagem colaborativa.</a:t>
          </a:r>
        </a:p>
      </dsp:txBody>
      <dsp:txXfrm>
        <a:off x="39732" y="4281931"/>
        <a:ext cx="2319399" cy="720000"/>
      </dsp:txXfrm>
    </dsp:sp>
    <dsp:sp modelId="{A28CC6A1-92AE-452B-AE92-558D97E17740}">
      <dsp:nvSpPr>
        <dsp:cNvPr id="0" name=""/>
        <dsp:cNvSpPr/>
      </dsp:nvSpPr>
      <dsp:spPr>
        <a:xfrm>
          <a:off x="3402861" y="2922314"/>
          <a:ext cx="1043729" cy="104372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6E7D05-25E8-4B20-BBB1-8F5D51DB6957}">
      <dsp:nvSpPr>
        <dsp:cNvPr id="0" name=""/>
        <dsp:cNvSpPr/>
      </dsp:nvSpPr>
      <dsp:spPr>
        <a:xfrm>
          <a:off x="2765026" y="4281931"/>
          <a:ext cx="231939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Feedback imediato.</a:t>
          </a:r>
        </a:p>
      </dsp:txBody>
      <dsp:txXfrm>
        <a:off x="2765026" y="4281931"/>
        <a:ext cx="2319399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515BD2-AF69-4906-9D25-833069CA8A3E}">
      <dsp:nvSpPr>
        <dsp:cNvPr id="0" name=""/>
        <dsp:cNvSpPr/>
      </dsp:nvSpPr>
      <dsp:spPr>
        <a:xfrm>
          <a:off x="0" y="855526"/>
          <a:ext cx="5124159" cy="157943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7E8AC2-FED0-4C31-A059-259A7BEA0841}">
      <dsp:nvSpPr>
        <dsp:cNvPr id="0" name=""/>
        <dsp:cNvSpPr/>
      </dsp:nvSpPr>
      <dsp:spPr>
        <a:xfrm>
          <a:off x="477778" y="1210899"/>
          <a:ext cx="868688" cy="8686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AAA35B-FDB9-4E46-A8BC-B51ADCA62749}">
      <dsp:nvSpPr>
        <dsp:cNvPr id="0" name=""/>
        <dsp:cNvSpPr/>
      </dsp:nvSpPr>
      <dsp:spPr>
        <a:xfrm>
          <a:off x="1824245" y="855526"/>
          <a:ext cx="3299913" cy="15794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157" tIns="167157" rIns="167157" bIns="167157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- Participação e produto do grupo.</a:t>
          </a:r>
        </a:p>
      </dsp:txBody>
      <dsp:txXfrm>
        <a:off x="1824245" y="855526"/>
        <a:ext cx="3299913" cy="1579433"/>
      </dsp:txXfrm>
    </dsp:sp>
    <dsp:sp modelId="{6B4B2339-5C03-4218-9DE4-C1E8360052C2}">
      <dsp:nvSpPr>
        <dsp:cNvPr id="0" name=""/>
        <dsp:cNvSpPr/>
      </dsp:nvSpPr>
      <dsp:spPr>
        <a:xfrm>
          <a:off x="0" y="2829818"/>
          <a:ext cx="5124159" cy="157943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560D52-0AFC-4391-B473-FAD9AEC31BFB}">
      <dsp:nvSpPr>
        <dsp:cNvPr id="0" name=""/>
        <dsp:cNvSpPr/>
      </dsp:nvSpPr>
      <dsp:spPr>
        <a:xfrm>
          <a:off x="477778" y="3185191"/>
          <a:ext cx="868688" cy="86868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9F0909-DCAE-48AF-9781-1B89DA5B771D}">
      <dsp:nvSpPr>
        <dsp:cNvPr id="0" name=""/>
        <dsp:cNvSpPr/>
      </dsp:nvSpPr>
      <dsp:spPr>
        <a:xfrm>
          <a:off x="1824245" y="2829818"/>
          <a:ext cx="3299913" cy="15794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157" tIns="167157" rIns="167157" bIns="167157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- Rubrica de 10 pontos (identificação da fase, análise, intervenção, teoria, comunicação).</a:t>
          </a:r>
        </a:p>
      </dsp:txBody>
      <dsp:txXfrm>
        <a:off x="1824245" y="2829818"/>
        <a:ext cx="3299913" cy="15794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379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997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53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812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326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439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89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667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22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146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078904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373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14914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2222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2978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850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686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8CD25866-F15D-40A4-AEC5-47C044637A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228600"/>
            <a:ext cx="2138628" cy="6638625"/>
            <a:chOff x="2487613" y="285750"/>
            <a:chExt cx="2428875" cy="5654676"/>
          </a:xfrm>
        </p:grpSpPr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DCB8E995-36E8-40B6-82D4-F52DE2987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DF54AEB5-68B5-46AE-B8F0-EEBE5DFED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E3F708CB-F094-4EE7-8AD5-A462F1DF8B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ECFCFB22-E8B5-4FAC-A354-E7E0CE6F2B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ED1DB3B4-A6DC-476F-986E-DF361EE84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4EE13DFA-3489-4DE6-9154-34D9CB400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5CD12D51-F9A8-4CC9-B9C9-206EAFD8C1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266B326C-1178-40F9-A265-6067D363B4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id="{12F3B319-F00B-4755-BC54-95511E21DB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Freeform 20">
              <a:extLst>
                <a:ext uri="{FF2B5EF4-FFF2-40B4-BE49-F238E27FC236}">
                  <a16:creationId xmlns:a16="http://schemas.microsoft.com/office/drawing/2014/main" id="{3079D7BD-8A3F-47F6-8407-D9DA96FF35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1F97C31C-8585-43FB-924B-8ADD651233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Freeform 22">
              <a:extLst>
                <a:ext uri="{FF2B5EF4-FFF2-40B4-BE49-F238E27FC236}">
                  <a16:creationId xmlns:a16="http://schemas.microsoft.com/office/drawing/2014/main" id="{A33E1C89-7E74-49BF-A5D1-9A352ED03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C4A17ED-96AA-44A6-A050-E1A7A1CDD9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-786"/>
            <a:ext cx="1767505" cy="6854040"/>
            <a:chOff x="6627813" y="194833"/>
            <a:chExt cx="1952625" cy="5678918"/>
          </a:xfrm>
        </p:grpSpPr>
        <p:sp>
          <p:nvSpPr>
            <p:cNvPr id="23" name="Freeform 27">
              <a:extLst>
                <a:ext uri="{FF2B5EF4-FFF2-40B4-BE49-F238E27FC236}">
                  <a16:creationId xmlns:a16="http://schemas.microsoft.com/office/drawing/2014/main" id="{FBB2A87E-3E24-4A6F-9FD8-0F1436D4D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4" name="Freeform 28">
              <a:extLst>
                <a:ext uri="{FF2B5EF4-FFF2-40B4-BE49-F238E27FC236}">
                  <a16:creationId xmlns:a16="http://schemas.microsoft.com/office/drawing/2014/main" id="{257F945B-2AA3-4328-BFF5-20DE64011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5" name="Freeform 29">
              <a:extLst>
                <a:ext uri="{FF2B5EF4-FFF2-40B4-BE49-F238E27FC236}">
                  <a16:creationId xmlns:a16="http://schemas.microsoft.com/office/drawing/2014/main" id="{E1A7230F-6A6F-403C-9D83-7176E28525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6" name="Freeform 30">
              <a:extLst>
                <a:ext uri="{FF2B5EF4-FFF2-40B4-BE49-F238E27FC236}">
                  <a16:creationId xmlns:a16="http://schemas.microsoft.com/office/drawing/2014/main" id="{E33E315A-9CB0-460E-A8B7-0A064BBFA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7" name="Freeform 31">
              <a:extLst>
                <a:ext uri="{FF2B5EF4-FFF2-40B4-BE49-F238E27FC236}">
                  <a16:creationId xmlns:a16="http://schemas.microsoft.com/office/drawing/2014/main" id="{22CAAD33-CFAD-4E61-82AE-0C6F838530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" name="Freeform 32">
              <a:extLst>
                <a:ext uri="{FF2B5EF4-FFF2-40B4-BE49-F238E27FC236}">
                  <a16:creationId xmlns:a16="http://schemas.microsoft.com/office/drawing/2014/main" id="{1A20E13C-2540-4000-A13B-8F781100E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9" name="Freeform 33">
              <a:extLst>
                <a:ext uri="{FF2B5EF4-FFF2-40B4-BE49-F238E27FC236}">
                  <a16:creationId xmlns:a16="http://schemas.microsoft.com/office/drawing/2014/main" id="{51EF0A01-E03D-448B-B12E-D5BFC6D0D2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0" name="Freeform 34">
              <a:extLst>
                <a:ext uri="{FF2B5EF4-FFF2-40B4-BE49-F238E27FC236}">
                  <a16:creationId xmlns:a16="http://schemas.microsoft.com/office/drawing/2014/main" id="{58286A03-168E-477B-8876-2C53E4950D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1" name="Freeform 35">
              <a:extLst>
                <a:ext uri="{FF2B5EF4-FFF2-40B4-BE49-F238E27FC236}">
                  <a16:creationId xmlns:a16="http://schemas.microsoft.com/office/drawing/2014/main" id="{3DFFC705-1899-4E4C-AE76-F85BAF2F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2" name="Freeform 36">
              <a:extLst>
                <a:ext uri="{FF2B5EF4-FFF2-40B4-BE49-F238E27FC236}">
                  <a16:creationId xmlns:a16="http://schemas.microsoft.com/office/drawing/2014/main" id="{01C9598D-BDF6-4A24-83B6-4DCA4D134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3" name="Freeform 37">
              <a:extLst>
                <a:ext uri="{FF2B5EF4-FFF2-40B4-BE49-F238E27FC236}">
                  <a16:creationId xmlns:a16="http://schemas.microsoft.com/office/drawing/2014/main" id="{950C8213-67CD-4DEF-AA44-8BB3101392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4" name="Freeform 38">
              <a:extLst>
                <a:ext uri="{FF2B5EF4-FFF2-40B4-BE49-F238E27FC236}">
                  <a16:creationId xmlns:a16="http://schemas.microsoft.com/office/drawing/2014/main" id="{2016FE1D-E3EB-4CF6-809B-159872CC7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CE6C63DC-BAE4-42B6-8FDF-F6467C2D2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38" name="Freeform 6">
            <a:extLst>
              <a:ext uri="{FF2B5EF4-FFF2-40B4-BE49-F238E27FC236}">
                <a16:creationId xmlns:a16="http://schemas.microsoft.com/office/drawing/2014/main" id="{5BD23F8E-2E78-4C84-8EFB-FE6C8ACB7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308489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F81819F9-8CAC-4A6C-8F06-0482027F9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9796" y="1864865"/>
            <a:ext cx="6098663" cy="22627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Desenvolvimento Humano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9796" y="4127644"/>
            <a:ext cx="6098663" cy="112628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Principais Teorias e Aplicações na Prática Psicológica — 1º ano de Psicologia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A98CC08-AEC2-4E8F-8F52-0F5C6372DB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138637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D1545E6-EB3C-4478-A661-A2CA963F12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228600"/>
            <a:ext cx="2138628" cy="6638625"/>
            <a:chOff x="2487613" y="285750"/>
            <a:chExt cx="2428875" cy="5654676"/>
          </a:xfrm>
          <a:solidFill>
            <a:schemeClr val="tx2">
              <a:lumMod val="60000"/>
              <a:lumOff val="40000"/>
              <a:alpha val="40000"/>
            </a:schemeClr>
          </a:solidFill>
        </p:grpSpPr>
        <p:sp>
          <p:nvSpPr>
            <p:cNvPr id="45" name="Freeform 11">
              <a:extLst>
                <a:ext uri="{FF2B5EF4-FFF2-40B4-BE49-F238E27FC236}">
                  <a16:creationId xmlns:a16="http://schemas.microsoft.com/office/drawing/2014/main" id="{B2E5B960-0C5D-4F77-8E9F-9F3D883D83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6" name="Freeform 12">
              <a:extLst>
                <a:ext uri="{FF2B5EF4-FFF2-40B4-BE49-F238E27FC236}">
                  <a16:creationId xmlns:a16="http://schemas.microsoft.com/office/drawing/2014/main" id="{258E44FC-92AD-43A0-BB05-DB268C82D8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7" name="Freeform 13">
              <a:extLst>
                <a:ext uri="{FF2B5EF4-FFF2-40B4-BE49-F238E27FC236}">
                  <a16:creationId xmlns:a16="http://schemas.microsoft.com/office/drawing/2014/main" id="{C63D3083-A56C-4199-8DE0-63C8BE9EDF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8" name="Freeform 14">
              <a:extLst>
                <a:ext uri="{FF2B5EF4-FFF2-40B4-BE49-F238E27FC236}">
                  <a16:creationId xmlns:a16="http://schemas.microsoft.com/office/drawing/2014/main" id="{C7CD3581-635D-438F-A64F-68404E7AE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9" name="Freeform 15">
              <a:extLst>
                <a:ext uri="{FF2B5EF4-FFF2-40B4-BE49-F238E27FC236}">
                  <a16:creationId xmlns:a16="http://schemas.microsoft.com/office/drawing/2014/main" id="{AD6904C0-211C-41A2-BDB8-3B07C90BB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0" name="Freeform 16">
              <a:extLst>
                <a:ext uri="{FF2B5EF4-FFF2-40B4-BE49-F238E27FC236}">
                  <a16:creationId xmlns:a16="http://schemas.microsoft.com/office/drawing/2014/main" id="{B0837DA6-CAF9-4E78-A39E-6358EDE2B1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1" name="Freeform 17">
              <a:extLst>
                <a:ext uri="{FF2B5EF4-FFF2-40B4-BE49-F238E27FC236}">
                  <a16:creationId xmlns:a16="http://schemas.microsoft.com/office/drawing/2014/main" id="{0A99DD7D-3AB3-471E-842F-8AFEA09D07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2" name="Freeform 18">
              <a:extLst>
                <a:ext uri="{FF2B5EF4-FFF2-40B4-BE49-F238E27FC236}">
                  <a16:creationId xmlns:a16="http://schemas.microsoft.com/office/drawing/2014/main" id="{9C70B0D4-92FE-478F-86BD-93BA2C4DFC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3" name="Freeform 19">
              <a:extLst>
                <a:ext uri="{FF2B5EF4-FFF2-40B4-BE49-F238E27FC236}">
                  <a16:creationId xmlns:a16="http://schemas.microsoft.com/office/drawing/2014/main" id="{C9156BE6-11D4-4696-9E3F-C325BFAC81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4" name="Freeform 20">
              <a:extLst>
                <a:ext uri="{FF2B5EF4-FFF2-40B4-BE49-F238E27FC236}">
                  <a16:creationId xmlns:a16="http://schemas.microsoft.com/office/drawing/2014/main" id="{4E667226-1D20-4A9D-BBE3-AC17EA436F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5" name="Freeform 21">
              <a:extLst>
                <a:ext uri="{FF2B5EF4-FFF2-40B4-BE49-F238E27FC236}">
                  <a16:creationId xmlns:a16="http://schemas.microsoft.com/office/drawing/2014/main" id="{2F87E3B6-5202-4434-9B26-42B46774F3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6" name="Freeform 22">
              <a:extLst>
                <a:ext uri="{FF2B5EF4-FFF2-40B4-BE49-F238E27FC236}">
                  <a16:creationId xmlns:a16="http://schemas.microsoft.com/office/drawing/2014/main" id="{AEA5E85F-F1F4-40E4-A62C-95324F6749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40A75861-F6C5-44A9-B161-B03701CBD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-786"/>
            <a:ext cx="1767505" cy="6854040"/>
            <a:chOff x="6627813" y="194833"/>
            <a:chExt cx="1952625" cy="5678918"/>
          </a:xfrm>
          <a:solidFill>
            <a:schemeClr val="tx2">
              <a:lumMod val="75000"/>
              <a:alpha val="70000"/>
            </a:schemeClr>
          </a:solidFill>
        </p:grpSpPr>
        <p:sp>
          <p:nvSpPr>
            <p:cNvPr id="59" name="Freeform 27">
              <a:extLst>
                <a:ext uri="{FF2B5EF4-FFF2-40B4-BE49-F238E27FC236}">
                  <a16:creationId xmlns:a16="http://schemas.microsoft.com/office/drawing/2014/main" id="{72EE642D-4F69-47C0-99BA-CE43503573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0" name="Freeform 28">
              <a:extLst>
                <a:ext uri="{FF2B5EF4-FFF2-40B4-BE49-F238E27FC236}">
                  <a16:creationId xmlns:a16="http://schemas.microsoft.com/office/drawing/2014/main" id="{26178CE4-DA2D-46EA-AB8D-341C5AC563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1" name="Freeform 29">
              <a:extLst>
                <a:ext uri="{FF2B5EF4-FFF2-40B4-BE49-F238E27FC236}">
                  <a16:creationId xmlns:a16="http://schemas.microsoft.com/office/drawing/2014/main" id="{698E9F53-8381-4FA5-A510-846925D24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2" name="Freeform 30">
              <a:extLst>
                <a:ext uri="{FF2B5EF4-FFF2-40B4-BE49-F238E27FC236}">
                  <a16:creationId xmlns:a16="http://schemas.microsoft.com/office/drawing/2014/main" id="{B13CE284-F21E-411B-BB8E-9C03B853CE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3" name="Freeform 31">
              <a:extLst>
                <a:ext uri="{FF2B5EF4-FFF2-40B4-BE49-F238E27FC236}">
                  <a16:creationId xmlns:a16="http://schemas.microsoft.com/office/drawing/2014/main" id="{23DF4578-4703-437C-A797-2A2D0CEE5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4" name="Freeform 32">
              <a:extLst>
                <a:ext uri="{FF2B5EF4-FFF2-40B4-BE49-F238E27FC236}">
                  <a16:creationId xmlns:a16="http://schemas.microsoft.com/office/drawing/2014/main" id="{F878F330-AF64-4F8F-88FD-A4A408D6D3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5" name="Freeform 33">
              <a:extLst>
                <a:ext uri="{FF2B5EF4-FFF2-40B4-BE49-F238E27FC236}">
                  <a16:creationId xmlns:a16="http://schemas.microsoft.com/office/drawing/2014/main" id="{AC9B00BF-4FB7-42FA-BBBD-7DB54ED3F0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6" name="Freeform 34">
              <a:extLst>
                <a:ext uri="{FF2B5EF4-FFF2-40B4-BE49-F238E27FC236}">
                  <a16:creationId xmlns:a16="http://schemas.microsoft.com/office/drawing/2014/main" id="{BD3D64CA-2AAD-4609-8DAA-3EAD4609A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7" name="Freeform 35">
              <a:extLst>
                <a:ext uri="{FF2B5EF4-FFF2-40B4-BE49-F238E27FC236}">
                  <a16:creationId xmlns:a16="http://schemas.microsoft.com/office/drawing/2014/main" id="{C669E05A-8550-4E91-B29E-E1912228EC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8" name="Freeform 36">
              <a:extLst>
                <a:ext uri="{FF2B5EF4-FFF2-40B4-BE49-F238E27FC236}">
                  <a16:creationId xmlns:a16="http://schemas.microsoft.com/office/drawing/2014/main" id="{F8C1FD53-1E8F-46CA-BC2D-FCEC4DAE07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9" name="Freeform 37">
              <a:extLst>
                <a:ext uri="{FF2B5EF4-FFF2-40B4-BE49-F238E27FC236}">
                  <a16:creationId xmlns:a16="http://schemas.microsoft.com/office/drawing/2014/main" id="{CC97A31F-CFDE-4EA3-98F1-13FDD16702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0" name="Freeform 38">
              <a:extLst>
                <a:ext uri="{FF2B5EF4-FFF2-40B4-BE49-F238E27FC236}">
                  <a16:creationId xmlns:a16="http://schemas.microsoft.com/office/drawing/2014/main" id="{9E1540E7-E6C3-4907-B70A-B175683655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72" name="Freeform 11">
            <a:extLst>
              <a:ext uri="{FF2B5EF4-FFF2-40B4-BE49-F238E27FC236}">
                <a16:creationId xmlns:a16="http://schemas.microsoft.com/office/drawing/2014/main" id="{1310EFE2-B91D-47E7-B117-C2A802800A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19" y="3411452"/>
            <a:ext cx="823645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3D9AEEE-1CCD-43C0-BA3E-16D60A6E2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431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919" y="3101093"/>
            <a:ext cx="1840539" cy="3029344"/>
          </a:xfrm>
        </p:spPr>
        <p:txBody>
          <a:bodyPr>
            <a:normAutofit/>
          </a:bodyPr>
          <a:lstStyle/>
          <a:p>
            <a:r>
              <a:rPr lang="pt-BR" sz="2800">
                <a:solidFill>
                  <a:schemeClr val="bg1"/>
                </a:solidFill>
              </a:rPr>
              <a:t>Objetivos da Aula</a:t>
            </a: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60F880A6-33D3-4EEC-A780-B73559B9F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19" y="3179901"/>
            <a:ext cx="823645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C6246ED-0535-4496-A8F6-1E80CC4E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96802" y="0"/>
            <a:ext cx="55471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228685D-DFD5-4F9C-56FC-FAEA19CB84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1704462"/>
              </p:ext>
            </p:extLst>
          </p:nvPr>
        </p:nvGraphicFramePr>
        <p:xfrm>
          <a:off x="3534858" y="641551"/>
          <a:ext cx="5124159" cy="5264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3D9AEEE-1CCD-43C0-BA3E-16D60A6E2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431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919" y="3101093"/>
            <a:ext cx="1840539" cy="3029344"/>
          </a:xfrm>
        </p:spPr>
        <p:txBody>
          <a:bodyPr>
            <a:normAutofit/>
          </a:bodyPr>
          <a:lstStyle/>
          <a:p>
            <a:r>
              <a:rPr lang="pt-BR" sz="1500">
                <a:solidFill>
                  <a:schemeClr val="bg1"/>
                </a:solidFill>
              </a:rPr>
              <a:t>Habilidades e Competências</a:t>
            </a: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60F880A6-33D3-4EEC-A780-B73559B9F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19" y="3179901"/>
            <a:ext cx="823645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C6246ED-0535-4496-A8F6-1E80CC4E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96802" y="0"/>
            <a:ext cx="55471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95F12E8-3D96-F6FA-B4B9-2CC04CFF88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9509006"/>
              </p:ext>
            </p:extLst>
          </p:nvPr>
        </p:nvGraphicFramePr>
        <p:xfrm>
          <a:off x="3534858" y="641551"/>
          <a:ext cx="5124159" cy="5264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3D9AEEE-1CCD-43C0-BA3E-16D60A6E2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431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919" y="3101093"/>
            <a:ext cx="1840539" cy="3029344"/>
          </a:xfrm>
        </p:spPr>
        <p:txBody>
          <a:bodyPr>
            <a:normAutofit/>
          </a:bodyPr>
          <a:lstStyle/>
          <a:p>
            <a:r>
              <a:rPr lang="pt-BR" sz="2600">
                <a:solidFill>
                  <a:schemeClr val="bg1"/>
                </a:solidFill>
              </a:rPr>
              <a:t>Conteúdo (50 min)</a:t>
            </a: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60F880A6-33D3-4EEC-A780-B73559B9F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19" y="3179901"/>
            <a:ext cx="823645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C6246ED-0535-4496-A8F6-1E80CC4E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96802" y="0"/>
            <a:ext cx="55471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30F0BA3-7B74-7677-D3EB-D85CE52675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2481148"/>
              </p:ext>
            </p:extLst>
          </p:nvPr>
        </p:nvGraphicFramePr>
        <p:xfrm>
          <a:off x="3534858" y="641551"/>
          <a:ext cx="5124159" cy="5264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D306B45-25EE-434D-ABA9-A27B79320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4514" y="942108"/>
            <a:ext cx="2442412" cy="4969113"/>
          </a:xfrm>
        </p:spPr>
        <p:txBody>
          <a:bodyPr anchor="ctr">
            <a:normAutofit/>
          </a:bodyPr>
          <a:lstStyle/>
          <a:p>
            <a:r>
              <a:rPr lang="pt-BR" sz="2000">
                <a:solidFill>
                  <a:schemeClr val="tx2">
                    <a:lumMod val="75000"/>
                  </a:schemeClr>
                </a:solidFill>
              </a:rPr>
              <a:t>Principais Teorias do Desenvolvimento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42F85E-4939-431E-8B4A-EC07C8E0AB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7EBB3F9-D6F7-4F6A-8843-9FEBA15E4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71831"/>
            <a:ext cx="0" cy="3200400"/>
          </a:xfrm>
          <a:prstGeom prst="line">
            <a:avLst/>
          </a:prstGeom>
          <a:ln w="158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13">
            <a:extLst>
              <a:ext uri="{FF2B5EF4-FFF2-40B4-BE49-F238E27FC236}">
                <a16:creationId xmlns:a16="http://schemas.microsoft.com/office/drawing/2014/main" id="{5D2B17EF-74EB-4C33-B2E2-8E727B2E7D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4507495" y="0"/>
            <a:ext cx="4632727" cy="6853245"/>
            <a:chOff x="2487613" y="285750"/>
            <a:chExt cx="2428876" cy="5654676"/>
          </a:xfrm>
          <a:solidFill>
            <a:schemeClr val="bg1">
              <a:alpha val="30000"/>
            </a:schemeClr>
          </a:solidFill>
        </p:grpSpPr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0A5F1F8A-3206-4B86-883F-65E98BB6E4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1" name="Freeform 12">
              <a:extLst>
                <a:ext uri="{FF2B5EF4-FFF2-40B4-BE49-F238E27FC236}">
                  <a16:creationId xmlns:a16="http://schemas.microsoft.com/office/drawing/2014/main" id="{6935F8C7-CC88-4243-9786-F3CDBF04A0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2" name="Freeform 13">
              <a:extLst>
                <a:ext uri="{FF2B5EF4-FFF2-40B4-BE49-F238E27FC236}">
                  <a16:creationId xmlns:a16="http://schemas.microsoft.com/office/drawing/2014/main" id="{9AF7BAD9-71B3-40D8-A089-EFF7FE67BD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3" name="Freeform 14">
              <a:extLst>
                <a:ext uri="{FF2B5EF4-FFF2-40B4-BE49-F238E27FC236}">
                  <a16:creationId xmlns:a16="http://schemas.microsoft.com/office/drawing/2014/main" id="{6467094F-AEF0-4D3B-BB76-8B3C1F08B9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4" name="Freeform 15">
              <a:extLst>
                <a:ext uri="{FF2B5EF4-FFF2-40B4-BE49-F238E27FC236}">
                  <a16:creationId xmlns:a16="http://schemas.microsoft.com/office/drawing/2014/main" id="{36F56AF9-DEF1-44E7-BF42-6AAC1AA9D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5" name="Freeform 16">
              <a:extLst>
                <a:ext uri="{FF2B5EF4-FFF2-40B4-BE49-F238E27FC236}">
                  <a16:creationId xmlns:a16="http://schemas.microsoft.com/office/drawing/2014/main" id="{A43EBE71-20BA-4A40-A513-516678089D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6" name="Freeform 17">
              <a:extLst>
                <a:ext uri="{FF2B5EF4-FFF2-40B4-BE49-F238E27FC236}">
                  <a16:creationId xmlns:a16="http://schemas.microsoft.com/office/drawing/2014/main" id="{1DB39648-7B38-4D0B-93C5-048EC4A45C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7" name="Freeform 18">
              <a:extLst>
                <a:ext uri="{FF2B5EF4-FFF2-40B4-BE49-F238E27FC236}">
                  <a16:creationId xmlns:a16="http://schemas.microsoft.com/office/drawing/2014/main" id="{8DD2661F-DE5F-45EA-B30B-7C6589638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8" name="Freeform 19">
              <a:extLst>
                <a:ext uri="{FF2B5EF4-FFF2-40B4-BE49-F238E27FC236}">
                  <a16:creationId xmlns:a16="http://schemas.microsoft.com/office/drawing/2014/main" id="{ABF0A0E5-E68E-4183-A913-228692FD85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4" y="468286"/>
              <a:ext cx="1768475" cy="4262464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9" name="Freeform 20">
              <a:extLst>
                <a:ext uri="{FF2B5EF4-FFF2-40B4-BE49-F238E27FC236}">
                  <a16:creationId xmlns:a16="http://schemas.microsoft.com/office/drawing/2014/main" id="{615D8F55-8ACD-4EFE-A832-06E785479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0" name="Freeform 21">
              <a:extLst>
                <a:ext uri="{FF2B5EF4-FFF2-40B4-BE49-F238E27FC236}">
                  <a16:creationId xmlns:a16="http://schemas.microsoft.com/office/drawing/2014/main" id="{0FDF4201-8CEC-474B-A6B1-88039B7041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1" name="Freeform 22">
              <a:extLst>
                <a:ext uri="{FF2B5EF4-FFF2-40B4-BE49-F238E27FC236}">
                  <a16:creationId xmlns:a16="http://schemas.microsoft.com/office/drawing/2014/main" id="{0F60AEA4-B25F-417E-93FC-59686DFBE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6796" y="942108"/>
            <a:ext cx="4841662" cy="4969114"/>
          </a:xfrm>
        </p:spPr>
        <p:txBody>
          <a:bodyPr anchor="ctr">
            <a:normAutofit/>
          </a:bodyPr>
          <a:lstStyle/>
          <a:p>
            <a:r>
              <a:rPr lang="pt-BR">
                <a:solidFill>
                  <a:schemeClr val="tx2">
                    <a:lumMod val="75000"/>
                  </a:schemeClr>
                </a:solidFill>
              </a:rPr>
              <a:t>• Piaget: estágios cognitivos.</a:t>
            </a:r>
          </a:p>
          <a:p>
            <a:r>
              <a:rPr lang="pt-BR">
                <a:solidFill>
                  <a:schemeClr val="tx2">
                    <a:lumMod val="75000"/>
                  </a:schemeClr>
                </a:solidFill>
              </a:rPr>
              <a:t>• Vygotsky: papel da cultura e interação social.</a:t>
            </a:r>
          </a:p>
          <a:p>
            <a:r>
              <a:rPr lang="pt-BR">
                <a:solidFill>
                  <a:schemeClr val="tx2">
                    <a:lumMod val="75000"/>
                  </a:schemeClr>
                </a:solidFill>
              </a:rPr>
              <a:t>• Erikson: estágios psicossociais.</a:t>
            </a:r>
          </a:p>
          <a:p>
            <a:r>
              <a:rPr lang="pt-BR">
                <a:solidFill>
                  <a:schemeClr val="tx2">
                    <a:lumMod val="75000"/>
                  </a:schemeClr>
                </a:solidFill>
              </a:rPr>
              <a:t>• Bowlby/Ainsworth: apego e vínculos afetivos.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3D9AEEE-1CCD-43C0-BA3E-16D60A6E2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431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919" y="3101093"/>
            <a:ext cx="1840539" cy="3029344"/>
          </a:xfrm>
        </p:spPr>
        <p:txBody>
          <a:bodyPr>
            <a:normAutofit/>
          </a:bodyPr>
          <a:lstStyle/>
          <a:p>
            <a:r>
              <a:rPr lang="pt-BR" sz="2000">
                <a:solidFill>
                  <a:schemeClr val="bg1"/>
                </a:solidFill>
              </a:rPr>
              <a:t>Metodologia</a:t>
            </a: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60F880A6-33D3-4EEC-A780-B73559B9F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19" y="3179901"/>
            <a:ext cx="823645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C6246ED-0535-4496-A8F6-1E80CC4E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96802" y="0"/>
            <a:ext cx="55471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753276C-54B8-0A46-4ABC-D19BBF7D5A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0391739"/>
              </p:ext>
            </p:extLst>
          </p:nvPr>
        </p:nvGraphicFramePr>
        <p:xfrm>
          <a:off x="3534858" y="641551"/>
          <a:ext cx="5124159" cy="5264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3D9AEEE-1CCD-43C0-BA3E-16D60A6E2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431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919" y="3101093"/>
            <a:ext cx="1840539" cy="3029344"/>
          </a:xfrm>
        </p:spPr>
        <p:txBody>
          <a:bodyPr>
            <a:normAutofit/>
          </a:bodyPr>
          <a:lstStyle/>
          <a:p>
            <a:r>
              <a:rPr lang="pt-BR" sz="2400">
                <a:solidFill>
                  <a:schemeClr val="bg1"/>
                </a:solidFill>
              </a:rPr>
              <a:t>Avaliação</a:t>
            </a: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60F880A6-33D3-4EEC-A780-B73559B9F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19" y="3179901"/>
            <a:ext cx="823645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C6246ED-0535-4496-A8F6-1E80CC4E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96802" y="0"/>
            <a:ext cx="55471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4C8A61E-4F74-BFAF-D75E-ABA68F59F9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5485206"/>
              </p:ext>
            </p:extLst>
          </p:nvPr>
        </p:nvGraphicFramePr>
        <p:xfrm>
          <a:off x="3534858" y="641551"/>
          <a:ext cx="5124159" cy="5264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Cacho">
  <a:themeElements>
    <a:clrScheme name="Cacho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Cacho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acho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</TotalTime>
  <Words>199</Words>
  <Application>Microsoft Office PowerPoint</Application>
  <PresentationFormat>Apresentação na tela (4:3)</PresentationFormat>
  <Paragraphs>32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Cacho</vt:lpstr>
      <vt:lpstr>Desenvolvimento Humano</vt:lpstr>
      <vt:lpstr>Objetivos da Aula</vt:lpstr>
      <vt:lpstr>Habilidades e Competências</vt:lpstr>
      <vt:lpstr>Conteúdo (50 min)</vt:lpstr>
      <vt:lpstr>Principais Teorias do Desenvolvimento</vt:lpstr>
      <vt:lpstr>Metodologia</vt:lpstr>
      <vt:lpstr>Avaliação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Adriana Aparecida Ferreira de Souza</cp:lastModifiedBy>
  <cp:revision>2</cp:revision>
  <dcterms:created xsi:type="dcterms:W3CDTF">2013-01-27T09:14:16Z</dcterms:created>
  <dcterms:modified xsi:type="dcterms:W3CDTF">2026-01-29T17:51:46Z</dcterms:modified>
  <cp:category/>
</cp:coreProperties>
</file>